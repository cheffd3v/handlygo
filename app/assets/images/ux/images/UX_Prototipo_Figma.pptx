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0287000" cy="18288000"/>
  <p:notesSz cx="6858000" cy="9144000"/>
  <p:embeddedFontLst>
    <p:embeddedFont>
      <p:font typeface="Open Sans" panose="020B0606030504020204" pitchFamily="34" charset="0"/>
      <p:regular r:id="rId16"/>
      <p:bold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5" d="100"/>
          <a:sy n="25" d="100"/>
        </p:scale>
        <p:origin x="2368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slide" Target="slide14.xml"/><Relationship Id="rId7" Type="http://schemas.openxmlformats.org/officeDocument/2006/relationships/image" Target="../media/image9.png"/><Relationship Id="rId12" Type="http://schemas.openxmlformats.org/officeDocument/2006/relationships/slide" Target="slide4.xml"/><Relationship Id="rId2" Type="http://schemas.openxmlformats.org/officeDocument/2006/relationships/image" Target="../media/image6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slide" Target="slide6.xml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9.png"/><Relationship Id="rId18" Type="http://schemas.openxmlformats.org/officeDocument/2006/relationships/image" Target="../media/image20.svg"/><Relationship Id="rId3" Type="http://schemas.openxmlformats.org/officeDocument/2006/relationships/slide" Target="slide14.xml"/><Relationship Id="rId7" Type="http://schemas.openxmlformats.org/officeDocument/2006/relationships/image" Target="../media/image11.png"/><Relationship Id="rId12" Type="http://schemas.openxmlformats.org/officeDocument/2006/relationships/slide" Target="slide3.xml"/><Relationship Id="rId17" Type="http://schemas.openxmlformats.org/officeDocument/2006/relationships/image" Target="../media/image19.png"/><Relationship Id="rId2" Type="http://schemas.openxmlformats.org/officeDocument/2006/relationships/image" Target="../media/image6.pn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7.png"/><Relationship Id="rId10" Type="http://schemas.openxmlformats.org/officeDocument/2006/relationships/image" Target="../media/image13.png"/><Relationship Id="rId19" Type="http://schemas.openxmlformats.org/officeDocument/2006/relationships/slide" Target="slide5.xml"/><Relationship Id="rId4" Type="http://schemas.openxmlformats.org/officeDocument/2006/relationships/image" Target="../media/image7.png"/><Relationship Id="rId9" Type="http://schemas.openxmlformats.org/officeDocument/2006/relationships/slide" Target="slide4.xml"/><Relationship Id="rId1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9.png"/><Relationship Id="rId18" Type="http://schemas.openxmlformats.org/officeDocument/2006/relationships/image" Target="../media/image20.svg"/><Relationship Id="rId3" Type="http://schemas.openxmlformats.org/officeDocument/2006/relationships/slide" Target="slide14.xml"/><Relationship Id="rId7" Type="http://schemas.openxmlformats.org/officeDocument/2006/relationships/image" Target="../media/image11.png"/><Relationship Id="rId12" Type="http://schemas.openxmlformats.org/officeDocument/2006/relationships/slide" Target="slide3.xml"/><Relationship Id="rId17" Type="http://schemas.openxmlformats.org/officeDocument/2006/relationships/image" Target="../media/image19.png"/><Relationship Id="rId2" Type="http://schemas.openxmlformats.org/officeDocument/2006/relationships/image" Target="../media/image6.pn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slide" Target="slide4.xml"/><Relationship Id="rId1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slide" Target="slide14.xml"/><Relationship Id="rId7" Type="http://schemas.openxmlformats.org/officeDocument/2006/relationships/image" Target="../media/image9.png"/><Relationship Id="rId12" Type="http://schemas.openxmlformats.org/officeDocument/2006/relationships/slide" Target="slide4.xml"/><Relationship Id="rId17" Type="http://schemas.openxmlformats.org/officeDocument/2006/relationships/slide" Target="slide7.xml"/><Relationship Id="rId2" Type="http://schemas.openxmlformats.org/officeDocument/2006/relationships/image" Target="../media/image6.png"/><Relationship Id="rId16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slide" Target="slide6.xml"/><Relationship Id="rId1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1.png"/><Relationship Id="rId7" Type="http://schemas.openxmlformats.org/officeDocument/2006/relationships/slide" Target="slide11.xml"/><Relationship Id="rId12" Type="http://schemas.openxmlformats.org/officeDocument/2006/relationships/image" Target="../media/image2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8.svg"/><Relationship Id="rId5" Type="http://schemas.openxmlformats.org/officeDocument/2006/relationships/image" Target="../media/image23.pn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image" Target="../media/image22.sv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1.png"/><Relationship Id="rId7" Type="http://schemas.openxmlformats.org/officeDocument/2006/relationships/slide" Target="slide11.xml"/><Relationship Id="rId12" Type="http://schemas.openxmlformats.org/officeDocument/2006/relationships/image" Target="../media/image2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8.svg"/><Relationship Id="rId5" Type="http://schemas.openxmlformats.org/officeDocument/2006/relationships/image" Target="../media/image23.pn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image" Target="../media/image22.sv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image" Target="../media/image29.png"/><Relationship Id="rId5" Type="http://schemas.openxmlformats.org/officeDocument/2006/relationships/image" Target="../media/image24.svg"/><Relationship Id="rId10" Type="http://schemas.openxmlformats.org/officeDocument/2006/relationships/image" Target="../media/image28.sv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18" Type="http://schemas.openxmlformats.org/officeDocument/2006/relationships/slide" Target="slide12.xml"/><Relationship Id="rId3" Type="http://schemas.openxmlformats.org/officeDocument/2006/relationships/slide" Target="slide14.xml"/><Relationship Id="rId7" Type="http://schemas.openxmlformats.org/officeDocument/2006/relationships/image" Target="../media/image9.png"/><Relationship Id="rId12" Type="http://schemas.openxmlformats.org/officeDocument/2006/relationships/slide" Target="slide4.xml"/><Relationship Id="rId17" Type="http://schemas.openxmlformats.org/officeDocument/2006/relationships/image" Target="../media/image22.svg"/><Relationship Id="rId2" Type="http://schemas.openxmlformats.org/officeDocument/2006/relationships/image" Target="../media/image6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19" Type="http://schemas.openxmlformats.org/officeDocument/2006/relationships/image" Target="../media/image33.png"/><Relationship Id="rId4" Type="http://schemas.openxmlformats.org/officeDocument/2006/relationships/image" Target="../media/image7.png"/><Relationship Id="rId9" Type="http://schemas.openxmlformats.org/officeDocument/2006/relationships/slide" Target="slide6.xml"/><Relationship Id="rId1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18" Type="http://schemas.openxmlformats.org/officeDocument/2006/relationships/slide" Target="slide12.xml"/><Relationship Id="rId3" Type="http://schemas.openxmlformats.org/officeDocument/2006/relationships/slide" Target="slide14.xml"/><Relationship Id="rId7" Type="http://schemas.openxmlformats.org/officeDocument/2006/relationships/image" Target="../media/image9.png"/><Relationship Id="rId12" Type="http://schemas.openxmlformats.org/officeDocument/2006/relationships/slide" Target="slide5.xml"/><Relationship Id="rId17" Type="http://schemas.openxmlformats.org/officeDocument/2006/relationships/image" Target="../media/image22.svg"/><Relationship Id="rId2" Type="http://schemas.openxmlformats.org/officeDocument/2006/relationships/image" Target="../media/image6.png"/><Relationship Id="rId16" Type="http://schemas.openxmlformats.org/officeDocument/2006/relationships/image" Target="../media/image21.png"/><Relationship Id="rId20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19" Type="http://schemas.openxmlformats.org/officeDocument/2006/relationships/image" Target="../media/image33.png"/><Relationship Id="rId4" Type="http://schemas.openxmlformats.org/officeDocument/2006/relationships/image" Target="../media/image7.png"/><Relationship Id="rId9" Type="http://schemas.openxmlformats.org/officeDocument/2006/relationships/slide" Target="slide6.xml"/><Relationship Id="rId1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0.xml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18" Type="http://schemas.openxmlformats.org/officeDocument/2006/relationships/image" Target="../media/image37.svg"/><Relationship Id="rId3" Type="http://schemas.openxmlformats.org/officeDocument/2006/relationships/slide" Target="slide14.xml"/><Relationship Id="rId21" Type="http://schemas.openxmlformats.org/officeDocument/2006/relationships/slide" Target="slide2.xml"/><Relationship Id="rId7" Type="http://schemas.openxmlformats.org/officeDocument/2006/relationships/image" Target="../media/image9.png"/><Relationship Id="rId12" Type="http://schemas.openxmlformats.org/officeDocument/2006/relationships/slide" Target="slide5.xml"/><Relationship Id="rId17" Type="http://schemas.openxmlformats.org/officeDocument/2006/relationships/image" Target="../media/image36.png"/><Relationship Id="rId2" Type="http://schemas.openxmlformats.org/officeDocument/2006/relationships/image" Target="../media/image6.png"/><Relationship Id="rId16" Type="http://schemas.openxmlformats.org/officeDocument/2006/relationships/image" Target="../media/image35.svg"/><Relationship Id="rId20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5" Type="http://schemas.openxmlformats.org/officeDocument/2006/relationships/image" Target="../media/image34.png"/><Relationship Id="rId23" Type="http://schemas.openxmlformats.org/officeDocument/2006/relationships/image" Target="../media/image5.svg"/><Relationship Id="rId10" Type="http://schemas.openxmlformats.org/officeDocument/2006/relationships/image" Target="../media/image11.png"/><Relationship Id="rId19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slide" Target="slide6.xml"/><Relationship Id="rId14" Type="http://schemas.openxmlformats.org/officeDocument/2006/relationships/image" Target="../media/image14.svg"/><Relationship Id="rId2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86100" y="16436340"/>
            <a:ext cx="4114800" cy="822960"/>
          </a:xfrm>
          <a:custGeom>
            <a:avLst/>
            <a:gdLst/>
            <a:ahLst/>
            <a:cxnLst/>
            <a:rect l="l" t="t" r="r" b="b"/>
            <a:pathLst>
              <a:path w="4114800" h="822960">
                <a:moveTo>
                  <a:pt x="0" y="0"/>
                </a:moveTo>
                <a:lnTo>
                  <a:pt x="4114800" y="0"/>
                </a:lnTo>
                <a:lnTo>
                  <a:pt x="4114800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82317" y="6757793"/>
            <a:ext cx="5522365" cy="4772414"/>
          </a:xfrm>
          <a:custGeom>
            <a:avLst/>
            <a:gdLst/>
            <a:ahLst/>
            <a:cxnLst/>
            <a:rect l="l" t="t" r="r" b="b"/>
            <a:pathLst>
              <a:path w="5522365" h="4772414">
                <a:moveTo>
                  <a:pt x="0" y="0"/>
                </a:moveTo>
                <a:lnTo>
                  <a:pt x="5522366" y="0"/>
                </a:lnTo>
                <a:lnTo>
                  <a:pt x="5522366" y="4772414"/>
                </a:lnTo>
                <a:lnTo>
                  <a:pt x="0" y="4772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34209" y="6757793"/>
            <a:ext cx="4818583" cy="4818583"/>
          </a:xfrm>
          <a:custGeom>
            <a:avLst/>
            <a:gdLst/>
            <a:ahLst/>
            <a:cxnLst/>
            <a:rect l="l" t="t" r="r" b="b"/>
            <a:pathLst>
              <a:path w="4818583" h="4818583">
                <a:moveTo>
                  <a:pt x="0" y="0"/>
                </a:moveTo>
                <a:lnTo>
                  <a:pt x="4818582" y="0"/>
                </a:lnTo>
                <a:lnTo>
                  <a:pt x="4818582" y="4818582"/>
                </a:lnTo>
                <a:lnTo>
                  <a:pt x="0" y="4818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05027" y="11950198"/>
            <a:ext cx="25150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Logo/Isotipo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42717" y="5433763"/>
            <a:ext cx="355818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Pantalla de carga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95C6D51-7A86-5C8E-FB71-C50B7BC9FD7F}"/>
              </a:ext>
            </a:extLst>
          </p:cNvPr>
          <p:cNvSpPr/>
          <p:nvPr/>
        </p:nvSpPr>
        <p:spPr>
          <a:xfrm>
            <a:off x="2438400" y="13414905"/>
            <a:ext cx="5410200" cy="161818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2"/>
          <p:cNvSpPr txBox="1"/>
          <p:nvPr/>
        </p:nvSpPr>
        <p:spPr>
          <a:xfrm>
            <a:off x="749508" y="7482412"/>
            <a:ext cx="8787984" cy="1401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54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Bienvenido/a</a:t>
            </a:r>
            <a:endParaRPr lang="en-US" sz="3699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739"/>
              </a:lnSpc>
            </a:pPr>
            <a:r>
              <a:rPr lang="en-US" sz="36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lang="en-US" sz="36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Comunicate</a:t>
            </a:r>
            <a:r>
              <a:rPr lang="en-US" sz="36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sin barreras”</a:t>
            </a:r>
            <a:endParaRPr lang="en-US" sz="5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49508" y="13876018"/>
            <a:ext cx="8787984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9"/>
              </a:lnSpc>
              <a:spcBef>
                <a:spcPct val="0"/>
              </a:spcBef>
            </a:pPr>
            <a:r>
              <a:rPr lang="en-US" sz="40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action="ppaction://hlinksldjump"/>
              </a:rPr>
              <a:t>Continuar</a:t>
            </a:r>
            <a:endParaRPr lang="en-US" sz="40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  <a:hlinkClick r:id="rId2" action="ppaction://hlinksldjump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9508" y="962025"/>
            <a:ext cx="908893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Pantalla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bienvenida</a:t>
            </a: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(Para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nuevos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cerró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sesión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185523A-0446-0AD0-422C-539F90DCE61F}"/>
              </a:ext>
            </a:extLst>
          </p:cNvPr>
          <p:cNvSpPr/>
          <p:nvPr/>
        </p:nvSpPr>
        <p:spPr>
          <a:xfrm>
            <a:off x="1979275" y="3399202"/>
            <a:ext cx="6629400" cy="37325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89F0189-832A-B044-437E-98221FE9827F}"/>
              </a:ext>
            </a:extLst>
          </p:cNvPr>
          <p:cNvSpPr txBox="1"/>
          <p:nvPr/>
        </p:nvSpPr>
        <p:spPr>
          <a:xfrm>
            <a:off x="899983" y="4978370"/>
            <a:ext cx="9088934" cy="574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Mascota</a:t>
            </a: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055" y="3458434"/>
            <a:ext cx="8930208" cy="4420249"/>
            <a:chOff x="0" y="0"/>
            <a:chExt cx="11906944" cy="589366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172901" cy="5893666"/>
              <a:chOff x="0" y="0"/>
              <a:chExt cx="2009406" cy="116418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009406" cy="1164184"/>
              </a:xfrm>
              <a:custGeom>
                <a:avLst/>
                <a:gdLst/>
                <a:ahLst/>
                <a:cxnLst/>
                <a:rect l="l" t="t" r="r" b="b"/>
                <a:pathLst>
                  <a:path w="2009406" h="1164184">
                    <a:moveTo>
                      <a:pt x="2009406" y="29427"/>
                    </a:moveTo>
                    <a:lnTo>
                      <a:pt x="2009406" y="1134758"/>
                    </a:lnTo>
                    <a:cubicBezTo>
                      <a:pt x="2009406" y="1151009"/>
                      <a:pt x="1996231" y="1164184"/>
                      <a:pt x="1979979" y="1164184"/>
                    </a:cubicBezTo>
                    <a:lnTo>
                      <a:pt x="29427" y="1164184"/>
                    </a:lnTo>
                    <a:cubicBezTo>
                      <a:pt x="13175" y="1164184"/>
                      <a:pt x="0" y="1151009"/>
                      <a:pt x="0" y="1134758"/>
                    </a:cubicBezTo>
                    <a:lnTo>
                      <a:pt x="0" y="29427"/>
                    </a:lnTo>
                    <a:cubicBezTo>
                      <a:pt x="0" y="13175"/>
                      <a:pt x="13175" y="0"/>
                      <a:pt x="29427" y="0"/>
                    </a:cubicBezTo>
                    <a:lnTo>
                      <a:pt x="1979979" y="0"/>
                    </a:lnTo>
                    <a:cubicBezTo>
                      <a:pt x="1987784" y="0"/>
                      <a:pt x="1995269" y="3100"/>
                      <a:pt x="2000787" y="8619"/>
                    </a:cubicBezTo>
                    <a:cubicBezTo>
                      <a:pt x="2006306" y="14137"/>
                      <a:pt x="2009406" y="21622"/>
                      <a:pt x="2009406" y="29427"/>
                    </a:cubicBez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57150"/>
                <a:ext cx="2009406" cy="12213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103482" y="0"/>
              <a:ext cx="4803462" cy="4087192"/>
              <a:chOff x="0" y="0"/>
              <a:chExt cx="948832" cy="80734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48832" cy="807347"/>
              </a:xfrm>
              <a:custGeom>
                <a:avLst/>
                <a:gdLst/>
                <a:ahLst/>
                <a:cxnLst/>
                <a:rect l="l" t="t" r="r" b="b"/>
                <a:pathLst>
                  <a:path w="948832" h="807347">
                    <a:moveTo>
                      <a:pt x="474416" y="0"/>
                    </a:moveTo>
                    <a:cubicBezTo>
                      <a:pt x="212403" y="0"/>
                      <a:pt x="0" y="180731"/>
                      <a:pt x="0" y="403673"/>
                    </a:cubicBezTo>
                    <a:cubicBezTo>
                      <a:pt x="0" y="626616"/>
                      <a:pt x="212403" y="807347"/>
                      <a:pt x="474416" y="807347"/>
                    </a:cubicBezTo>
                    <a:cubicBezTo>
                      <a:pt x="736429" y="807347"/>
                      <a:pt x="948832" y="626616"/>
                      <a:pt x="948832" y="403673"/>
                    </a:cubicBezTo>
                    <a:cubicBezTo>
                      <a:pt x="948832" y="180731"/>
                      <a:pt x="736429" y="0"/>
                      <a:pt x="474416" y="0"/>
                    </a:cubicBez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8953" y="37589"/>
                <a:ext cx="770926" cy="6940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7103482" y="1778866"/>
              <a:ext cx="4803462" cy="4114800"/>
              <a:chOff x="0" y="0"/>
              <a:chExt cx="94883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4883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48832" h="812800">
                    <a:moveTo>
                      <a:pt x="70916" y="0"/>
                    </a:moveTo>
                    <a:lnTo>
                      <a:pt x="877916" y="0"/>
                    </a:lnTo>
                    <a:cubicBezTo>
                      <a:pt x="917082" y="0"/>
                      <a:pt x="948832" y="31750"/>
                      <a:pt x="948832" y="70916"/>
                    </a:cubicBezTo>
                    <a:lnTo>
                      <a:pt x="948832" y="741884"/>
                    </a:lnTo>
                    <a:cubicBezTo>
                      <a:pt x="948832" y="781050"/>
                      <a:pt x="917082" y="812800"/>
                      <a:pt x="877916" y="812800"/>
                    </a:cubicBezTo>
                    <a:lnTo>
                      <a:pt x="70916" y="812800"/>
                    </a:lnTo>
                    <a:cubicBezTo>
                      <a:pt x="31750" y="812800"/>
                      <a:pt x="0" y="781050"/>
                      <a:pt x="0" y="741884"/>
                    </a:cubicBezTo>
                    <a:lnTo>
                      <a:pt x="0" y="70916"/>
                    </a:lnTo>
                    <a:cubicBezTo>
                      <a:pt x="0" y="31750"/>
                      <a:pt x="31750" y="0"/>
                      <a:pt x="70916" y="0"/>
                    </a:cubicBez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48832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931849" y="6047243"/>
            <a:ext cx="6709057" cy="1475827"/>
            <a:chOff x="0" y="0"/>
            <a:chExt cx="1766995" cy="3886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66994" cy="388695"/>
            </a:xfrm>
            <a:custGeom>
              <a:avLst/>
              <a:gdLst/>
              <a:ahLst/>
              <a:cxnLst/>
              <a:rect l="l" t="t" r="r" b="b"/>
              <a:pathLst>
                <a:path w="1766994" h="388695">
                  <a:moveTo>
                    <a:pt x="45004" y="0"/>
                  </a:moveTo>
                  <a:lnTo>
                    <a:pt x="1721990" y="0"/>
                  </a:lnTo>
                  <a:cubicBezTo>
                    <a:pt x="1733926" y="0"/>
                    <a:pt x="1745373" y="4741"/>
                    <a:pt x="1753813" y="13181"/>
                  </a:cubicBezTo>
                  <a:cubicBezTo>
                    <a:pt x="1762253" y="21621"/>
                    <a:pt x="1766994" y="33068"/>
                    <a:pt x="1766994" y="45004"/>
                  </a:cubicBezTo>
                  <a:lnTo>
                    <a:pt x="1766994" y="343691"/>
                  </a:lnTo>
                  <a:cubicBezTo>
                    <a:pt x="1766994" y="355627"/>
                    <a:pt x="1762253" y="367074"/>
                    <a:pt x="1753813" y="375514"/>
                  </a:cubicBezTo>
                  <a:cubicBezTo>
                    <a:pt x="1745373" y="383954"/>
                    <a:pt x="1733926" y="388695"/>
                    <a:pt x="1721990" y="388695"/>
                  </a:cubicBezTo>
                  <a:lnTo>
                    <a:pt x="45004" y="388695"/>
                  </a:lnTo>
                  <a:cubicBezTo>
                    <a:pt x="33068" y="388695"/>
                    <a:pt x="21621" y="383954"/>
                    <a:pt x="13181" y="375514"/>
                  </a:cubicBezTo>
                  <a:cubicBezTo>
                    <a:pt x="4741" y="367074"/>
                    <a:pt x="0" y="355627"/>
                    <a:pt x="0" y="343691"/>
                  </a:cubicBezTo>
                  <a:lnTo>
                    <a:pt x="0" y="45004"/>
                  </a:lnTo>
                  <a:cubicBezTo>
                    <a:pt x="0" y="33068"/>
                    <a:pt x="4741" y="21621"/>
                    <a:pt x="13181" y="13181"/>
                  </a:cubicBezTo>
                  <a:cubicBezTo>
                    <a:pt x="21621" y="4741"/>
                    <a:pt x="33068" y="0"/>
                    <a:pt x="450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66995" cy="426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4738" y="9708891"/>
            <a:ext cx="2712056" cy="4889047"/>
            <a:chOff x="0" y="0"/>
            <a:chExt cx="3616074" cy="651873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61380" cy="4520667"/>
              <a:chOff x="0" y="0"/>
              <a:chExt cx="305426" cy="94481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05426" cy="944812"/>
              </a:xfrm>
              <a:custGeom>
                <a:avLst/>
                <a:gdLst/>
                <a:ahLst/>
                <a:cxnLst/>
                <a:rect l="l" t="t" r="r" b="b"/>
                <a:pathLst>
                  <a:path w="305426" h="944812">
                    <a:moveTo>
                      <a:pt x="152713" y="0"/>
                    </a:moveTo>
                    <a:cubicBezTo>
                      <a:pt x="68372" y="0"/>
                      <a:pt x="0" y="211503"/>
                      <a:pt x="0" y="472406"/>
                    </a:cubicBezTo>
                    <a:cubicBezTo>
                      <a:pt x="0" y="733309"/>
                      <a:pt x="68372" y="944812"/>
                      <a:pt x="152713" y="944812"/>
                    </a:cubicBezTo>
                    <a:cubicBezTo>
                      <a:pt x="237054" y="944812"/>
                      <a:pt x="305426" y="733309"/>
                      <a:pt x="305426" y="472406"/>
                    </a:cubicBezTo>
                    <a:cubicBezTo>
                      <a:pt x="305426" y="211503"/>
                      <a:pt x="237054" y="0"/>
                      <a:pt x="152713" y="0"/>
                    </a:cubicBezTo>
                    <a:lnTo>
                      <a:pt x="152713" y="0"/>
                    </a:ln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8634" y="50476"/>
                <a:ext cx="248159" cy="805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1967527"/>
              <a:ext cx="1461380" cy="4551203"/>
              <a:chOff x="0" y="0"/>
              <a:chExt cx="305426" cy="95119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05426" cy="951194"/>
              </a:xfrm>
              <a:custGeom>
                <a:avLst/>
                <a:gdLst/>
                <a:ahLst/>
                <a:cxnLst/>
                <a:rect l="l" t="t" r="r" b="b"/>
                <a:pathLst>
                  <a:path w="305426" h="951194">
                    <a:moveTo>
                      <a:pt x="152713" y="0"/>
                    </a:moveTo>
                    <a:lnTo>
                      <a:pt x="152713" y="0"/>
                    </a:lnTo>
                    <a:cubicBezTo>
                      <a:pt x="237054" y="0"/>
                      <a:pt x="305426" y="68372"/>
                      <a:pt x="305426" y="152713"/>
                    </a:cubicBezTo>
                    <a:lnTo>
                      <a:pt x="305426" y="798481"/>
                    </a:lnTo>
                    <a:cubicBezTo>
                      <a:pt x="305426" y="882822"/>
                      <a:pt x="237054" y="951194"/>
                      <a:pt x="152713" y="951194"/>
                    </a:cubicBezTo>
                    <a:lnTo>
                      <a:pt x="152713" y="951194"/>
                    </a:lnTo>
                    <a:cubicBezTo>
                      <a:pt x="68372" y="951194"/>
                      <a:pt x="0" y="882822"/>
                      <a:pt x="0" y="798481"/>
                    </a:cubicBezTo>
                    <a:lnTo>
                      <a:pt x="0" y="152713"/>
                    </a:lnTo>
                    <a:cubicBezTo>
                      <a:pt x="0" y="68372"/>
                      <a:pt x="68372" y="0"/>
                      <a:pt x="152713" y="0"/>
                    </a:cubicBez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05426" cy="989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21124" y="0"/>
              <a:ext cx="3094951" cy="6518730"/>
              <a:chOff x="0" y="0"/>
              <a:chExt cx="646822" cy="13624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46822" cy="1362408"/>
              </a:xfrm>
              <a:custGeom>
                <a:avLst/>
                <a:gdLst/>
                <a:ahLst/>
                <a:cxnLst/>
                <a:rect l="l" t="t" r="r" b="b"/>
                <a:pathLst>
                  <a:path w="646822" h="1362408">
                    <a:moveTo>
                      <a:pt x="646822" y="104025"/>
                    </a:moveTo>
                    <a:lnTo>
                      <a:pt x="646822" y="1258382"/>
                    </a:lnTo>
                    <a:cubicBezTo>
                      <a:pt x="646822" y="1285972"/>
                      <a:pt x="635862" y="1312431"/>
                      <a:pt x="616353" y="1331939"/>
                    </a:cubicBezTo>
                    <a:cubicBezTo>
                      <a:pt x="596845" y="1351448"/>
                      <a:pt x="570385" y="1362408"/>
                      <a:pt x="542796" y="1362408"/>
                    </a:cubicBezTo>
                    <a:lnTo>
                      <a:pt x="104025" y="1362408"/>
                    </a:lnTo>
                    <a:cubicBezTo>
                      <a:pt x="76436" y="1362408"/>
                      <a:pt x="49977" y="1351448"/>
                      <a:pt x="30468" y="1331939"/>
                    </a:cubicBezTo>
                    <a:cubicBezTo>
                      <a:pt x="10960" y="1312431"/>
                      <a:pt x="0" y="1285972"/>
                      <a:pt x="0" y="1258382"/>
                    </a:cubicBezTo>
                    <a:lnTo>
                      <a:pt x="0" y="104025"/>
                    </a:lnTo>
                    <a:cubicBezTo>
                      <a:pt x="0" y="76436"/>
                      <a:pt x="10960" y="49977"/>
                      <a:pt x="30468" y="30468"/>
                    </a:cubicBezTo>
                    <a:cubicBezTo>
                      <a:pt x="49977" y="10960"/>
                      <a:pt x="76436" y="0"/>
                      <a:pt x="104025" y="0"/>
                    </a:cubicBezTo>
                    <a:lnTo>
                      <a:pt x="542796" y="0"/>
                    </a:lnTo>
                    <a:cubicBezTo>
                      <a:pt x="570385" y="0"/>
                      <a:pt x="596845" y="10960"/>
                      <a:pt x="616353" y="30468"/>
                    </a:cubicBezTo>
                    <a:cubicBezTo>
                      <a:pt x="635862" y="49977"/>
                      <a:pt x="646822" y="76436"/>
                      <a:pt x="646822" y="104025"/>
                    </a:cubicBez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646822" cy="14195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3375819" y="9708891"/>
            <a:ext cx="3530537" cy="4889047"/>
            <a:chOff x="0" y="0"/>
            <a:chExt cx="983808" cy="13624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3808" cy="1362408"/>
            </a:xfrm>
            <a:custGeom>
              <a:avLst/>
              <a:gdLst/>
              <a:ahLst/>
              <a:cxnLst/>
              <a:rect l="l" t="t" r="r" b="b"/>
              <a:pathLst>
                <a:path w="983808" h="1362408">
                  <a:moveTo>
                    <a:pt x="983808" y="72364"/>
                  </a:moveTo>
                  <a:lnTo>
                    <a:pt x="983808" y="1290044"/>
                  </a:lnTo>
                  <a:cubicBezTo>
                    <a:pt x="983808" y="1330009"/>
                    <a:pt x="951410" y="1362408"/>
                    <a:pt x="911444" y="1362408"/>
                  </a:cubicBezTo>
                  <a:lnTo>
                    <a:pt x="72364" y="1362408"/>
                  </a:lnTo>
                  <a:cubicBezTo>
                    <a:pt x="32398" y="1362408"/>
                    <a:pt x="0" y="1330009"/>
                    <a:pt x="0" y="1290044"/>
                  </a:cubicBezTo>
                  <a:lnTo>
                    <a:pt x="0" y="72364"/>
                  </a:lnTo>
                  <a:cubicBezTo>
                    <a:pt x="0" y="32398"/>
                    <a:pt x="32398" y="0"/>
                    <a:pt x="72364" y="0"/>
                  </a:cubicBezTo>
                  <a:lnTo>
                    <a:pt x="911444" y="0"/>
                  </a:lnTo>
                  <a:cubicBezTo>
                    <a:pt x="951410" y="0"/>
                    <a:pt x="983808" y="32398"/>
                    <a:pt x="983808" y="72364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983808" cy="1419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92055" y="8058338"/>
            <a:ext cx="8930208" cy="829995"/>
            <a:chOff x="0" y="0"/>
            <a:chExt cx="2351989" cy="218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51989" cy="218600"/>
            </a:xfrm>
            <a:custGeom>
              <a:avLst/>
              <a:gdLst/>
              <a:ahLst/>
              <a:cxnLst/>
              <a:rect l="l" t="t" r="r" b="b"/>
              <a:pathLst>
                <a:path w="2351989" h="218600">
                  <a:moveTo>
                    <a:pt x="33811" y="0"/>
                  </a:moveTo>
                  <a:lnTo>
                    <a:pt x="2318178" y="0"/>
                  </a:lnTo>
                  <a:cubicBezTo>
                    <a:pt x="2336851" y="0"/>
                    <a:pt x="2351989" y="15137"/>
                    <a:pt x="2351989" y="33811"/>
                  </a:cubicBezTo>
                  <a:lnTo>
                    <a:pt x="2351989" y="184789"/>
                  </a:lnTo>
                  <a:cubicBezTo>
                    <a:pt x="2351989" y="203462"/>
                    <a:pt x="2336851" y="218600"/>
                    <a:pt x="2318178" y="218600"/>
                  </a:cubicBezTo>
                  <a:lnTo>
                    <a:pt x="33811" y="218600"/>
                  </a:lnTo>
                  <a:cubicBezTo>
                    <a:pt x="15137" y="218600"/>
                    <a:pt x="0" y="203462"/>
                    <a:pt x="0" y="184789"/>
                  </a:cubicBezTo>
                  <a:lnTo>
                    <a:pt x="0" y="33811"/>
                  </a:lnTo>
                  <a:cubicBezTo>
                    <a:pt x="0" y="15137"/>
                    <a:pt x="15137" y="0"/>
                    <a:pt x="33811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351989" cy="25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005382" y="9708891"/>
            <a:ext cx="2716880" cy="4889047"/>
            <a:chOff x="0" y="0"/>
            <a:chExt cx="3622507" cy="651873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3094951" cy="6518730"/>
              <a:chOff x="0" y="0"/>
              <a:chExt cx="646822" cy="136240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46822" cy="1362408"/>
              </a:xfrm>
              <a:custGeom>
                <a:avLst/>
                <a:gdLst/>
                <a:ahLst/>
                <a:cxnLst/>
                <a:rect l="l" t="t" r="r" b="b"/>
                <a:pathLst>
                  <a:path w="646822" h="1362408">
                    <a:moveTo>
                      <a:pt x="646822" y="104025"/>
                    </a:moveTo>
                    <a:lnTo>
                      <a:pt x="646822" y="1258382"/>
                    </a:lnTo>
                    <a:cubicBezTo>
                      <a:pt x="646822" y="1285972"/>
                      <a:pt x="635862" y="1312431"/>
                      <a:pt x="616353" y="1331939"/>
                    </a:cubicBezTo>
                    <a:cubicBezTo>
                      <a:pt x="596845" y="1351448"/>
                      <a:pt x="570385" y="1362408"/>
                      <a:pt x="542796" y="1362408"/>
                    </a:cubicBezTo>
                    <a:lnTo>
                      <a:pt x="104025" y="1362408"/>
                    </a:lnTo>
                    <a:cubicBezTo>
                      <a:pt x="76436" y="1362408"/>
                      <a:pt x="49977" y="1351448"/>
                      <a:pt x="30468" y="1331939"/>
                    </a:cubicBezTo>
                    <a:cubicBezTo>
                      <a:pt x="10960" y="1312431"/>
                      <a:pt x="0" y="1285972"/>
                      <a:pt x="0" y="1258382"/>
                    </a:cubicBezTo>
                    <a:lnTo>
                      <a:pt x="0" y="104025"/>
                    </a:lnTo>
                    <a:cubicBezTo>
                      <a:pt x="0" y="76436"/>
                      <a:pt x="10960" y="49977"/>
                      <a:pt x="30468" y="30468"/>
                    </a:cubicBezTo>
                    <a:cubicBezTo>
                      <a:pt x="49977" y="10960"/>
                      <a:pt x="76436" y="0"/>
                      <a:pt x="104025" y="0"/>
                    </a:cubicBezTo>
                    <a:lnTo>
                      <a:pt x="542796" y="0"/>
                    </a:lnTo>
                    <a:cubicBezTo>
                      <a:pt x="570385" y="0"/>
                      <a:pt x="596845" y="10960"/>
                      <a:pt x="616353" y="30468"/>
                    </a:cubicBezTo>
                    <a:cubicBezTo>
                      <a:pt x="635862" y="49977"/>
                      <a:pt x="646822" y="76436"/>
                      <a:pt x="646822" y="104025"/>
                    </a:cubicBez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57150"/>
                <a:ext cx="646822" cy="14195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161126" y="0"/>
              <a:ext cx="1461380" cy="4520667"/>
              <a:chOff x="0" y="0"/>
              <a:chExt cx="305426" cy="94481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05426" cy="944812"/>
              </a:xfrm>
              <a:custGeom>
                <a:avLst/>
                <a:gdLst/>
                <a:ahLst/>
                <a:cxnLst/>
                <a:rect l="l" t="t" r="r" b="b"/>
                <a:pathLst>
                  <a:path w="305426" h="944812">
                    <a:moveTo>
                      <a:pt x="152713" y="0"/>
                    </a:moveTo>
                    <a:cubicBezTo>
                      <a:pt x="68372" y="0"/>
                      <a:pt x="0" y="211503"/>
                      <a:pt x="0" y="472406"/>
                    </a:cubicBezTo>
                    <a:cubicBezTo>
                      <a:pt x="0" y="733309"/>
                      <a:pt x="68372" y="944812"/>
                      <a:pt x="152713" y="944812"/>
                    </a:cubicBezTo>
                    <a:cubicBezTo>
                      <a:pt x="237054" y="944812"/>
                      <a:pt x="305426" y="733309"/>
                      <a:pt x="305426" y="472406"/>
                    </a:cubicBezTo>
                    <a:cubicBezTo>
                      <a:pt x="305426" y="211503"/>
                      <a:pt x="237054" y="0"/>
                      <a:pt x="152713" y="0"/>
                    </a:cubicBezTo>
                    <a:lnTo>
                      <a:pt x="152713" y="0"/>
                    </a:ln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8634" y="50476"/>
                <a:ext cx="248159" cy="805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161126" y="1967527"/>
              <a:ext cx="1461380" cy="4551203"/>
              <a:chOff x="0" y="0"/>
              <a:chExt cx="305426" cy="95119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05426" cy="951194"/>
              </a:xfrm>
              <a:custGeom>
                <a:avLst/>
                <a:gdLst/>
                <a:ahLst/>
                <a:cxnLst/>
                <a:rect l="l" t="t" r="r" b="b"/>
                <a:pathLst>
                  <a:path w="305426" h="951194">
                    <a:moveTo>
                      <a:pt x="152713" y="0"/>
                    </a:moveTo>
                    <a:lnTo>
                      <a:pt x="152713" y="0"/>
                    </a:lnTo>
                    <a:cubicBezTo>
                      <a:pt x="237054" y="0"/>
                      <a:pt x="305426" y="68372"/>
                      <a:pt x="305426" y="152713"/>
                    </a:cubicBezTo>
                    <a:lnTo>
                      <a:pt x="305426" y="798481"/>
                    </a:lnTo>
                    <a:cubicBezTo>
                      <a:pt x="305426" y="882822"/>
                      <a:pt x="237054" y="951194"/>
                      <a:pt x="152713" y="951194"/>
                    </a:cubicBezTo>
                    <a:lnTo>
                      <a:pt x="152713" y="951194"/>
                    </a:lnTo>
                    <a:cubicBezTo>
                      <a:pt x="68372" y="951194"/>
                      <a:pt x="0" y="882822"/>
                      <a:pt x="0" y="798481"/>
                    </a:cubicBezTo>
                    <a:lnTo>
                      <a:pt x="0" y="152713"/>
                    </a:lnTo>
                    <a:cubicBezTo>
                      <a:pt x="0" y="68372"/>
                      <a:pt x="68372" y="0"/>
                      <a:pt x="152713" y="0"/>
                    </a:cubicBezTo>
                    <a:close/>
                  </a:path>
                </a:pathLst>
              </a:custGeom>
              <a:solidFill>
                <a:srgbClr val="D9DAD9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305426" cy="989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41" name="Freeform 41"/>
          <p:cNvSpPr/>
          <p:nvPr/>
        </p:nvSpPr>
        <p:spPr>
          <a:xfrm>
            <a:off x="-103183" y="16322967"/>
            <a:ext cx="10550515" cy="1965033"/>
          </a:xfrm>
          <a:custGeom>
            <a:avLst/>
            <a:gdLst/>
            <a:ahLst/>
            <a:cxnLst/>
            <a:rect l="l" t="t" r="r" b="b"/>
            <a:pathLst>
              <a:path w="10550515" h="1965033">
                <a:moveTo>
                  <a:pt x="0" y="0"/>
                </a:moveTo>
                <a:lnTo>
                  <a:pt x="10550516" y="0"/>
                </a:lnTo>
                <a:lnTo>
                  <a:pt x="10550516" y="1965033"/>
                </a:lnTo>
                <a:lnTo>
                  <a:pt x="0" y="196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2" name="Freeform 42">
            <a:hlinkClick r:id="rId3" action="ppaction://hlinksldjump"/>
          </p:cNvPr>
          <p:cNvSpPr/>
          <p:nvPr/>
        </p:nvSpPr>
        <p:spPr>
          <a:xfrm>
            <a:off x="9045244" y="17406422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>
            <a:hlinkClick r:id="rId6" action="ppaction://hlinksldjump"/>
          </p:cNvPr>
          <p:cNvSpPr/>
          <p:nvPr/>
        </p:nvSpPr>
        <p:spPr>
          <a:xfrm>
            <a:off x="4838714" y="17080114"/>
            <a:ext cx="744567" cy="712076"/>
          </a:xfrm>
          <a:custGeom>
            <a:avLst/>
            <a:gdLst/>
            <a:ahLst/>
            <a:cxnLst/>
            <a:rect l="l" t="t" r="r" b="b"/>
            <a:pathLst>
              <a:path w="744567" h="712076">
                <a:moveTo>
                  <a:pt x="0" y="0"/>
                </a:moveTo>
                <a:lnTo>
                  <a:pt x="744566" y="0"/>
                </a:lnTo>
                <a:lnTo>
                  <a:pt x="744566" y="712076"/>
                </a:lnTo>
                <a:lnTo>
                  <a:pt x="0" y="7120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>
            <a:hlinkClick r:id="rId9" action="ppaction://hlinksldjump"/>
          </p:cNvPr>
          <p:cNvSpPr/>
          <p:nvPr/>
        </p:nvSpPr>
        <p:spPr>
          <a:xfrm>
            <a:off x="2778608" y="17479579"/>
            <a:ext cx="996370" cy="625222"/>
          </a:xfrm>
          <a:custGeom>
            <a:avLst/>
            <a:gdLst/>
            <a:ahLst/>
            <a:cxnLst/>
            <a:rect l="l" t="t" r="r" b="b"/>
            <a:pathLst>
              <a:path w="996370" h="625222">
                <a:moveTo>
                  <a:pt x="0" y="0"/>
                </a:moveTo>
                <a:lnTo>
                  <a:pt x="996370" y="0"/>
                </a:lnTo>
                <a:lnTo>
                  <a:pt x="996370" y="625222"/>
                </a:lnTo>
                <a:lnTo>
                  <a:pt x="0" y="625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5" name="Freeform 45">
            <a:hlinkClick r:id="rId12" action="ppaction://hlinksldjump"/>
          </p:cNvPr>
          <p:cNvSpPr/>
          <p:nvPr/>
        </p:nvSpPr>
        <p:spPr>
          <a:xfrm>
            <a:off x="988622" y="17406422"/>
            <a:ext cx="816818" cy="748409"/>
          </a:xfrm>
          <a:custGeom>
            <a:avLst/>
            <a:gdLst/>
            <a:ahLst/>
            <a:cxnLst/>
            <a:rect l="l" t="t" r="r" b="b"/>
            <a:pathLst>
              <a:path w="816818" h="748409">
                <a:moveTo>
                  <a:pt x="0" y="0"/>
                </a:moveTo>
                <a:lnTo>
                  <a:pt x="816818" y="0"/>
                </a:lnTo>
                <a:lnTo>
                  <a:pt x="816818" y="748409"/>
                </a:lnTo>
                <a:lnTo>
                  <a:pt x="0" y="74840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7608938" y="6473504"/>
            <a:ext cx="584709" cy="584709"/>
          </a:xfrm>
          <a:custGeom>
            <a:avLst/>
            <a:gdLst/>
            <a:ahLst/>
            <a:cxnLst/>
            <a:rect l="l" t="t" r="r" b="b"/>
            <a:pathLst>
              <a:path w="584709" h="584709">
                <a:moveTo>
                  <a:pt x="0" y="0"/>
                </a:moveTo>
                <a:lnTo>
                  <a:pt x="584709" y="0"/>
                </a:lnTo>
                <a:lnTo>
                  <a:pt x="584709" y="584709"/>
                </a:lnTo>
                <a:lnTo>
                  <a:pt x="0" y="5847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028700" y="6436548"/>
            <a:ext cx="878798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Guante desconectado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49508" y="2444908"/>
            <a:ext cx="8787984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Bienvenido/a usuario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02029" y="4341019"/>
            <a:ext cx="196869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Traducción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92055" y="9961802"/>
            <a:ext cx="2317689" cy="40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7"/>
              </a:lnSpc>
              <a:spcBef>
                <a:spcPct val="0"/>
              </a:spcBef>
            </a:pPr>
            <a:r>
              <a:rPr lang="en-US" sz="23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Gestos recientes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305910" y="9961802"/>
            <a:ext cx="1985023" cy="40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7"/>
              </a:lnSpc>
              <a:spcBef>
                <a:spcPct val="0"/>
              </a:spcBef>
            </a:pPr>
            <a:r>
              <a:rPr lang="en-US" sz="23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Gestos de hoy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717906" y="9961802"/>
            <a:ext cx="846364" cy="40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7"/>
              </a:lnSpc>
              <a:spcBef>
                <a:spcPct val="0"/>
              </a:spcBef>
            </a:pPr>
            <a:r>
              <a:rPr lang="en-US" sz="23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Racha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7096" y="8164789"/>
            <a:ext cx="878798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gesto se ha detectado en un  </a:t>
            </a:r>
            <a:r>
              <a:rPr lang="en-US" sz="2900">
                <a:solidFill>
                  <a:srgbClr val="7ED957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29012" y="1208693"/>
            <a:ext cx="4476899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Pantalla principal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(traduccion con guante)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68835" y="1924022"/>
            <a:ext cx="6149329" cy="6149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0000">
                    <a:alpha val="100000"/>
                  </a:srgbClr>
                </a:gs>
                <a:gs pos="100000">
                  <a:srgbClr val="5A0303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070000">
                      <a:alpha val="100000"/>
                    </a:srgbClr>
                  </a:gs>
                  <a:gs pos="100000">
                    <a:srgbClr val="5A0303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0249" y="8523087"/>
            <a:ext cx="7006501" cy="1241826"/>
            <a:chOff x="0" y="0"/>
            <a:chExt cx="1845334" cy="3270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5334" cy="327065"/>
            </a:xfrm>
            <a:custGeom>
              <a:avLst/>
              <a:gdLst/>
              <a:ahLst/>
              <a:cxnLst/>
              <a:rect l="l" t="t" r="r" b="b"/>
              <a:pathLst>
                <a:path w="1845334" h="327065">
                  <a:moveTo>
                    <a:pt x="34254" y="0"/>
                  </a:moveTo>
                  <a:lnTo>
                    <a:pt x="1811080" y="0"/>
                  </a:lnTo>
                  <a:cubicBezTo>
                    <a:pt x="1829998" y="0"/>
                    <a:pt x="1845334" y="15336"/>
                    <a:pt x="1845334" y="34254"/>
                  </a:cubicBezTo>
                  <a:lnTo>
                    <a:pt x="1845334" y="292812"/>
                  </a:lnTo>
                  <a:cubicBezTo>
                    <a:pt x="1845334" y="311729"/>
                    <a:pt x="1829998" y="327065"/>
                    <a:pt x="1811080" y="327065"/>
                  </a:cubicBezTo>
                  <a:lnTo>
                    <a:pt x="34254" y="327065"/>
                  </a:lnTo>
                  <a:cubicBezTo>
                    <a:pt x="15336" y="327065"/>
                    <a:pt x="0" y="311729"/>
                    <a:pt x="0" y="292812"/>
                  </a:cubicBezTo>
                  <a:lnTo>
                    <a:pt x="0" y="34254"/>
                  </a:lnTo>
                  <a:cubicBezTo>
                    <a:pt x="0" y="15336"/>
                    <a:pt x="15336" y="0"/>
                    <a:pt x="34254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45334" cy="365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31758" y="16342017"/>
            <a:ext cx="10550515" cy="1965033"/>
          </a:xfrm>
          <a:custGeom>
            <a:avLst/>
            <a:gdLst/>
            <a:ahLst/>
            <a:cxnLst/>
            <a:rect l="l" t="t" r="r" b="b"/>
            <a:pathLst>
              <a:path w="10550515" h="1965033">
                <a:moveTo>
                  <a:pt x="0" y="0"/>
                </a:moveTo>
                <a:lnTo>
                  <a:pt x="10550516" y="0"/>
                </a:lnTo>
                <a:lnTo>
                  <a:pt x="10550516" y="1965033"/>
                </a:lnTo>
                <a:lnTo>
                  <a:pt x="0" y="196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>
            <a:hlinkClick r:id="rId3" action="ppaction://hlinksldjump"/>
          </p:cNvPr>
          <p:cNvSpPr/>
          <p:nvPr/>
        </p:nvSpPr>
        <p:spPr>
          <a:xfrm>
            <a:off x="9016669" y="17425472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hlinkClick r:id="rId6" action="ppaction://hlinksldjump"/>
          </p:cNvPr>
          <p:cNvSpPr/>
          <p:nvPr/>
        </p:nvSpPr>
        <p:spPr>
          <a:xfrm>
            <a:off x="2620270" y="17451370"/>
            <a:ext cx="996370" cy="625222"/>
          </a:xfrm>
          <a:custGeom>
            <a:avLst/>
            <a:gdLst/>
            <a:ahLst/>
            <a:cxnLst/>
            <a:rect l="l" t="t" r="r" b="b"/>
            <a:pathLst>
              <a:path w="996370" h="625222">
                <a:moveTo>
                  <a:pt x="0" y="0"/>
                </a:moveTo>
                <a:lnTo>
                  <a:pt x="996370" y="0"/>
                </a:lnTo>
                <a:lnTo>
                  <a:pt x="996370" y="625222"/>
                </a:lnTo>
                <a:lnTo>
                  <a:pt x="0" y="6252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hlinkClick r:id="rId9" action="ppaction://hlinksldjump"/>
          </p:cNvPr>
          <p:cNvSpPr/>
          <p:nvPr/>
        </p:nvSpPr>
        <p:spPr>
          <a:xfrm>
            <a:off x="4735091" y="17120640"/>
            <a:ext cx="816818" cy="748409"/>
          </a:xfrm>
          <a:custGeom>
            <a:avLst/>
            <a:gdLst/>
            <a:ahLst/>
            <a:cxnLst/>
            <a:rect l="l" t="t" r="r" b="b"/>
            <a:pathLst>
              <a:path w="816818" h="748409">
                <a:moveTo>
                  <a:pt x="0" y="0"/>
                </a:moveTo>
                <a:lnTo>
                  <a:pt x="816818" y="0"/>
                </a:lnTo>
                <a:lnTo>
                  <a:pt x="816818" y="748409"/>
                </a:lnTo>
                <a:lnTo>
                  <a:pt x="0" y="748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hlinkClick r:id="rId12" action="ppaction://hlinksldjump"/>
          </p:cNvPr>
          <p:cNvSpPr/>
          <p:nvPr/>
        </p:nvSpPr>
        <p:spPr>
          <a:xfrm>
            <a:off x="866775" y="17381683"/>
            <a:ext cx="744567" cy="712076"/>
          </a:xfrm>
          <a:custGeom>
            <a:avLst/>
            <a:gdLst/>
            <a:ahLst/>
            <a:cxnLst/>
            <a:rect l="l" t="t" r="r" b="b"/>
            <a:pathLst>
              <a:path w="744567" h="712076">
                <a:moveTo>
                  <a:pt x="0" y="0"/>
                </a:moveTo>
                <a:lnTo>
                  <a:pt x="744567" y="0"/>
                </a:lnTo>
                <a:lnTo>
                  <a:pt x="744567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05995" y="10212588"/>
            <a:ext cx="3074665" cy="4871678"/>
            <a:chOff x="0" y="0"/>
            <a:chExt cx="809788" cy="12830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9788" cy="1283076"/>
            </a:xfrm>
            <a:custGeom>
              <a:avLst/>
              <a:gdLst/>
              <a:ahLst/>
              <a:cxnLst/>
              <a:rect l="l" t="t" r="r" b="b"/>
              <a:pathLst>
                <a:path w="809788" h="1283076">
                  <a:moveTo>
                    <a:pt x="78057" y="0"/>
                  </a:moveTo>
                  <a:lnTo>
                    <a:pt x="731731" y="0"/>
                  </a:lnTo>
                  <a:cubicBezTo>
                    <a:pt x="752433" y="0"/>
                    <a:pt x="772287" y="8224"/>
                    <a:pt x="786926" y="22862"/>
                  </a:cubicBezTo>
                  <a:cubicBezTo>
                    <a:pt x="801564" y="37501"/>
                    <a:pt x="809788" y="57355"/>
                    <a:pt x="809788" y="78057"/>
                  </a:cubicBezTo>
                  <a:lnTo>
                    <a:pt x="809788" y="1205019"/>
                  </a:lnTo>
                  <a:cubicBezTo>
                    <a:pt x="809788" y="1225721"/>
                    <a:pt x="801564" y="1245575"/>
                    <a:pt x="786926" y="1260213"/>
                  </a:cubicBezTo>
                  <a:cubicBezTo>
                    <a:pt x="772287" y="1274852"/>
                    <a:pt x="752433" y="1283076"/>
                    <a:pt x="731731" y="1283076"/>
                  </a:cubicBezTo>
                  <a:lnTo>
                    <a:pt x="78057" y="1283076"/>
                  </a:lnTo>
                  <a:cubicBezTo>
                    <a:pt x="57355" y="1283076"/>
                    <a:pt x="37501" y="1274852"/>
                    <a:pt x="22862" y="1260213"/>
                  </a:cubicBezTo>
                  <a:cubicBezTo>
                    <a:pt x="8224" y="1245575"/>
                    <a:pt x="0" y="1225721"/>
                    <a:pt x="0" y="1205019"/>
                  </a:cubicBezTo>
                  <a:lnTo>
                    <a:pt x="0" y="78057"/>
                  </a:lnTo>
                  <a:cubicBezTo>
                    <a:pt x="0" y="57355"/>
                    <a:pt x="8224" y="37501"/>
                    <a:pt x="22862" y="22862"/>
                  </a:cubicBezTo>
                  <a:cubicBezTo>
                    <a:pt x="37501" y="8224"/>
                    <a:pt x="57355" y="0"/>
                    <a:pt x="78057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09788" cy="1321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937048" y="2670447"/>
            <a:ext cx="2412904" cy="4656480"/>
          </a:xfrm>
          <a:custGeom>
            <a:avLst/>
            <a:gdLst/>
            <a:ahLst/>
            <a:cxnLst/>
            <a:rect l="l" t="t" r="r" b="b"/>
            <a:pathLst>
              <a:path w="2412904" h="4656480">
                <a:moveTo>
                  <a:pt x="0" y="0"/>
                </a:moveTo>
                <a:lnTo>
                  <a:pt x="2412904" y="0"/>
                </a:lnTo>
                <a:lnTo>
                  <a:pt x="2412904" y="4656480"/>
                </a:lnTo>
                <a:lnTo>
                  <a:pt x="0" y="46564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375917" y="10355463"/>
            <a:ext cx="70065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Bateria 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501862" y="10212588"/>
            <a:ext cx="3074665" cy="4871678"/>
            <a:chOff x="0" y="0"/>
            <a:chExt cx="809788" cy="12830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9788" cy="1283076"/>
            </a:xfrm>
            <a:custGeom>
              <a:avLst/>
              <a:gdLst/>
              <a:ahLst/>
              <a:cxnLst/>
              <a:rect l="l" t="t" r="r" b="b"/>
              <a:pathLst>
                <a:path w="809788" h="1283076">
                  <a:moveTo>
                    <a:pt x="78057" y="0"/>
                  </a:moveTo>
                  <a:lnTo>
                    <a:pt x="731731" y="0"/>
                  </a:lnTo>
                  <a:cubicBezTo>
                    <a:pt x="752433" y="0"/>
                    <a:pt x="772287" y="8224"/>
                    <a:pt x="786926" y="22862"/>
                  </a:cubicBezTo>
                  <a:cubicBezTo>
                    <a:pt x="801564" y="37501"/>
                    <a:pt x="809788" y="57355"/>
                    <a:pt x="809788" y="78057"/>
                  </a:cubicBezTo>
                  <a:lnTo>
                    <a:pt x="809788" y="1205019"/>
                  </a:lnTo>
                  <a:cubicBezTo>
                    <a:pt x="809788" y="1225721"/>
                    <a:pt x="801564" y="1245575"/>
                    <a:pt x="786926" y="1260213"/>
                  </a:cubicBezTo>
                  <a:cubicBezTo>
                    <a:pt x="772287" y="1274852"/>
                    <a:pt x="752433" y="1283076"/>
                    <a:pt x="731731" y="1283076"/>
                  </a:cubicBezTo>
                  <a:lnTo>
                    <a:pt x="78057" y="1283076"/>
                  </a:lnTo>
                  <a:cubicBezTo>
                    <a:pt x="57355" y="1283076"/>
                    <a:pt x="37501" y="1274852"/>
                    <a:pt x="22862" y="1260213"/>
                  </a:cubicBezTo>
                  <a:cubicBezTo>
                    <a:pt x="8224" y="1245575"/>
                    <a:pt x="0" y="1225721"/>
                    <a:pt x="0" y="1205019"/>
                  </a:cubicBezTo>
                  <a:lnTo>
                    <a:pt x="0" y="78057"/>
                  </a:lnTo>
                  <a:cubicBezTo>
                    <a:pt x="0" y="57355"/>
                    <a:pt x="8224" y="37501"/>
                    <a:pt x="22862" y="22862"/>
                  </a:cubicBezTo>
                  <a:cubicBezTo>
                    <a:pt x="37501" y="8224"/>
                    <a:pt x="57355" y="0"/>
                    <a:pt x="78057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09788" cy="1321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-5400000">
            <a:off x="1191645" y="12220544"/>
            <a:ext cx="3732978" cy="1665841"/>
          </a:xfrm>
          <a:custGeom>
            <a:avLst/>
            <a:gdLst/>
            <a:ahLst/>
            <a:cxnLst/>
            <a:rect l="l" t="t" r="r" b="b"/>
            <a:pathLst>
              <a:path w="3732978" h="1665841">
                <a:moveTo>
                  <a:pt x="0" y="0"/>
                </a:moveTo>
                <a:lnTo>
                  <a:pt x="3732977" y="0"/>
                </a:lnTo>
                <a:lnTo>
                  <a:pt x="3732977" y="1665842"/>
                </a:lnTo>
                <a:lnTo>
                  <a:pt x="0" y="16658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564427" y="8820467"/>
            <a:ext cx="306615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9" action="ppaction://hlinksldjump"/>
              </a:rPr>
              <a:t>Desconectados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19950" y="10355463"/>
            <a:ext cx="70065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Bateria 2</a:t>
            </a:r>
          </a:p>
        </p:txBody>
      </p:sp>
      <p:sp>
        <p:nvSpPr>
          <p:cNvPr id="27" name="Freeform 27"/>
          <p:cNvSpPr/>
          <p:nvPr/>
        </p:nvSpPr>
        <p:spPr>
          <a:xfrm rot="-5400000">
            <a:off x="5156711" y="12220544"/>
            <a:ext cx="3732978" cy="1665841"/>
          </a:xfrm>
          <a:custGeom>
            <a:avLst/>
            <a:gdLst/>
            <a:ahLst/>
            <a:cxnLst/>
            <a:rect l="l" t="t" r="r" b="b"/>
            <a:pathLst>
              <a:path w="3732978" h="1665841">
                <a:moveTo>
                  <a:pt x="0" y="0"/>
                </a:moveTo>
                <a:lnTo>
                  <a:pt x="3732978" y="0"/>
                </a:lnTo>
                <a:lnTo>
                  <a:pt x="3732978" y="1665842"/>
                </a:lnTo>
                <a:lnTo>
                  <a:pt x="0" y="16658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383676" y="405130"/>
            <a:ext cx="649381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Pantalla de conexion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(vincular gunate y ver su estado)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68835" y="1924022"/>
            <a:ext cx="6149329" cy="6149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1E0E0">
                    <a:alpha val="100000"/>
                  </a:srgbClr>
                </a:gs>
                <a:gs pos="100000">
                  <a:srgbClr val="70E630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E1E0E0">
                      <a:alpha val="100000"/>
                    </a:srgbClr>
                  </a:gs>
                  <a:gs pos="100000">
                    <a:srgbClr val="70E630">
                      <a:alpha val="100000"/>
                    </a:srgbClr>
                  </a:gs>
                </a:gsLst>
                <a:lin ang="2700000"/>
              </a:gradFill>
              <a:prstDash val="lg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0249" y="8523087"/>
            <a:ext cx="7006501" cy="1241826"/>
            <a:chOff x="0" y="0"/>
            <a:chExt cx="1845334" cy="3270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5334" cy="327065"/>
            </a:xfrm>
            <a:custGeom>
              <a:avLst/>
              <a:gdLst/>
              <a:ahLst/>
              <a:cxnLst/>
              <a:rect l="l" t="t" r="r" b="b"/>
              <a:pathLst>
                <a:path w="1845334" h="327065">
                  <a:moveTo>
                    <a:pt x="34254" y="0"/>
                  </a:moveTo>
                  <a:lnTo>
                    <a:pt x="1811080" y="0"/>
                  </a:lnTo>
                  <a:cubicBezTo>
                    <a:pt x="1829998" y="0"/>
                    <a:pt x="1845334" y="15336"/>
                    <a:pt x="1845334" y="34254"/>
                  </a:cubicBezTo>
                  <a:lnTo>
                    <a:pt x="1845334" y="292812"/>
                  </a:lnTo>
                  <a:cubicBezTo>
                    <a:pt x="1845334" y="311729"/>
                    <a:pt x="1829998" y="327065"/>
                    <a:pt x="1811080" y="327065"/>
                  </a:cubicBezTo>
                  <a:lnTo>
                    <a:pt x="34254" y="327065"/>
                  </a:lnTo>
                  <a:cubicBezTo>
                    <a:pt x="15336" y="327065"/>
                    <a:pt x="0" y="311729"/>
                    <a:pt x="0" y="292812"/>
                  </a:cubicBezTo>
                  <a:lnTo>
                    <a:pt x="0" y="34254"/>
                  </a:lnTo>
                  <a:cubicBezTo>
                    <a:pt x="0" y="15336"/>
                    <a:pt x="15336" y="0"/>
                    <a:pt x="34254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45334" cy="365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31758" y="16342017"/>
            <a:ext cx="10550515" cy="1965033"/>
          </a:xfrm>
          <a:custGeom>
            <a:avLst/>
            <a:gdLst/>
            <a:ahLst/>
            <a:cxnLst/>
            <a:rect l="l" t="t" r="r" b="b"/>
            <a:pathLst>
              <a:path w="10550515" h="1965033">
                <a:moveTo>
                  <a:pt x="0" y="0"/>
                </a:moveTo>
                <a:lnTo>
                  <a:pt x="10550516" y="0"/>
                </a:lnTo>
                <a:lnTo>
                  <a:pt x="10550516" y="1965033"/>
                </a:lnTo>
                <a:lnTo>
                  <a:pt x="0" y="196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>
            <a:hlinkClick r:id="rId3" action="ppaction://hlinksldjump"/>
          </p:cNvPr>
          <p:cNvSpPr/>
          <p:nvPr/>
        </p:nvSpPr>
        <p:spPr>
          <a:xfrm>
            <a:off x="9016669" y="17425472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hlinkClick r:id="rId6" action="ppaction://hlinksldjump"/>
          </p:cNvPr>
          <p:cNvSpPr/>
          <p:nvPr/>
        </p:nvSpPr>
        <p:spPr>
          <a:xfrm>
            <a:off x="2620270" y="17451370"/>
            <a:ext cx="996370" cy="625222"/>
          </a:xfrm>
          <a:custGeom>
            <a:avLst/>
            <a:gdLst/>
            <a:ahLst/>
            <a:cxnLst/>
            <a:rect l="l" t="t" r="r" b="b"/>
            <a:pathLst>
              <a:path w="996370" h="625222">
                <a:moveTo>
                  <a:pt x="0" y="0"/>
                </a:moveTo>
                <a:lnTo>
                  <a:pt x="996370" y="0"/>
                </a:lnTo>
                <a:lnTo>
                  <a:pt x="996370" y="625222"/>
                </a:lnTo>
                <a:lnTo>
                  <a:pt x="0" y="6252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hlinkClick r:id="rId9" action="ppaction://hlinksldjump"/>
          </p:cNvPr>
          <p:cNvSpPr/>
          <p:nvPr/>
        </p:nvSpPr>
        <p:spPr>
          <a:xfrm>
            <a:off x="4735091" y="17120640"/>
            <a:ext cx="816818" cy="748409"/>
          </a:xfrm>
          <a:custGeom>
            <a:avLst/>
            <a:gdLst/>
            <a:ahLst/>
            <a:cxnLst/>
            <a:rect l="l" t="t" r="r" b="b"/>
            <a:pathLst>
              <a:path w="816818" h="748409">
                <a:moveTo>
                  <a:pt x="0" y="0"/>
                </a:moveTo>
                <a:lnTo>
                  <a:pt x="816818" y="0"/>
                </a:lnTo>
                <a:lnTo>
                  <a:pt x="816818" y="748409"/>
                </a:lnTo>
                <a:lnTo>
                  <a:pt x="0" y="748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hlinkClick r:id="rId12" action="ppaction://hlinksldjump"/>
          </p:cNvPr>
          <p:cNvSpPr/>
          <p:nvPr/>
        </p:nvSpPr>
        <p:spPr>
          <a:xfrm>
            <a:off x="866775" y="17381683"/>
            <a:ext cx="744567" cy="712076"/>
          </a:xfrm>
          <a:custGeom>
            <a:avLst/>
            <a:gdLst/>
            <a:ahLst/>
            <a:cxnLst/>
            <a:rect l="l" t="t" r="r" b="b"/>
            <a:pathLst>
              <a:path w="744567" h="712076">
                <a:moveTo>
                  <a:pt x="0" y="0"/>
                </a:moveTo>
                <a:lnTo>
                  <a:pt x="744567" y="0"/>
                </a:lnTo>
                <a:lnTo>
                  <a:pt x="744567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05995" y="10212588"/>
            <a:ext cx="3074665" cy="4871678"/>
            <a:chOff x="0" y="0"/>
            <a:chExt cx="809788" cy="12830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9788" cy="1283076"/>
            </a:xfrm>
            <a:custGeom>
              <a:avLst/>
              <a:gdLst/>
              <a:ahLst/>
              <a:cxnLst/>
              <a:rect l="l" t="t" r="r" b="b"/>
              <a:pathLst>
                <a:path w="809788" h="1283076">
                  <a:moveTo>
                    <a:pt x="78057" y="0"/>
                  </a:moveTo>
                  <a:lnTo>
                    <a:pt x="731731" y="0"/>
                  </a:lnTo>
                  <a:cubicBezTo>
                    <a:pt x="752433" y="0"/>
                    <a:pt x="772287" y="8224"/>
                    <a:pt x="786926" y="22862"/>
                  </a:cubicBezTo>
                  <a:cubicBezTo>
                    <a:pt x="801564" y="37501"/>
                    <a:pt x="809788" y="57355"/>
                    <a:pt x="809788" y="78057"/>
                  </a:cubicBezTo>
                  <a:lnTo>
                    <a:pt x="809788" y="1205019"/>
                  </a:lnTo>
                  <a:cubicBezTo>
                    <a:pt x="809788" y="1225721"/>
                    <a:pt x="801564" y="1245575"/>
                    <a:pt x="786926" y="1260213"/>
                  </a:cubicBezTo>
                  <a:cubicBezTo>
                    <a:pt x="772287" y="1274852"/>
                    <a:pt x="752433" y="1283076"/>
                    <a:pt x="731731" y="1283076"/>
                  </a:cubicBezTo>
                  <a:lnTo>
                    <a:pt x="78057" y="1283076"/>
                  </a:lnTo>
                  <a:cubicBezTo>
                    <a:pt x="57355" y="1283076"/>
                    <a:pt x="37501" y="1274852"/>
                    <a:pt x="22862" y="1260213"/>
                  </a:cubicBezTo>
                  <a:cubicBezTo>
                    <a:pt x="8224" y="1245575"/>
                    <a:pt x="0" y="1225721"/>
                    <a:pt x="0" y="1205019"/>
                  </a:cubicBezTo>
                  <a:lnTo>
                    <a:pt x="0" y="78057"/>
                  </a:lnTo>
                  <a:cubicBezTo>
                    <a:pt x="0" y="57355"/>
                    <a:pt x="8224" y="37501"/>
                    <a:pt x="22862" y="22862"/>
                  </a:cubicBezTo>
                  <a:cubicBezTo>
                    <a:pt x="37501" y="8224"/>
                    <a:pt x="57355" y="0"/>
                    <a:pt x="78057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09788" cy="1321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937048" y="2670447"/>
            <a:ext cx="2412904" cy="4656480"/>
          </a:xfrm>
          <a:custGeom>
            <a:avLst/>
            <a:gdLst/>
            <a:ahLst/>
            <a:cxnLst/>
            <a:rect l="l" t="t" r="r" b="b"/>
            <a:pathLst>
              <a:path w="2412904" h="4656480">
                <a:moveTo>
                  <a:pt x="0" y="0"/>
                </a:moveTo>
                <a:lnTo>
                  <a:pt x="2412904" y="0"/>
                </a:lnTo>
                <a:lnTo>
                  <a:pt x="2412904" y="4656480"/>
                </a:lnTo>
                <a:lnTo>
                  <a:pt x="0" y="46564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375917" y="10355463"/>
            <a:ext cx="70065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Bateria 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501862" y="10212588"/>
            <a:ext cx="3074665" cy="4871678"/>
            <a:chOff x="0" y="0"/>
            <a:chExt cx="809788" cy="12830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9788" cy="1283076"/>
            </a:xfrm>
            <a:custGeom>
              <a:avLst/>
              <a:gdLst/>
              <a:ahLst/>
              <a:cxnLst/>
              <a:rect l="l" t="t" r="r" b="b"/>
              <a:pathLst>
                <a:path w="809788" h="1283076">
                  <a:moveTo>
                    <a:pt x="78057" y="0"/>
                  </a:moveTo>
                  <a:lnTo>
                    <a:pt x="731731" y="0"/>
                  </a:lnTo>
                  <a:cubicBezTo>
                    <a:pt x="752433" y="0"/>
                    <a:pt x="772287" y="8224"/>
                    <a:pt x="786926" y="22862"/>
                  </a:cubicBezTo>
                  <a:cubicBezTo>
                    <a:pt x="801564" y="37501"/>
                    <a:pt x="809788" y="57355"/>
                    <a:pt x="809788" y="78057"/>
                  </a:cubicBezTo>
                  <a:lnTo>
                    <a:pt x="809788" y="1205019"/>
                  </a:lnTo>
                  <a:cubicBezTo>
                    <a:pt x="809788" y="1225721"/>
                    <a:pt x="801564" y="1245575"/>
                    <a:pt x="786926" y="1260213"/>
                  </a:cubicBezTo>
                  <a:cubicBezTo>
                    <a:pt x="772287" y="1274852"/>
                    <a:pt x="752433" y="1283076"/>
                    <a:pt x="731731" y="1283076"/>
                  </a:cubicBezTo>
                  <a:lnTo>
                    <a:pt x="78057" y="1283076"/>
                  </a:lnTo>
                  <a:cubicBezTo>
                    <a:pt x="57355" y="1283076"/>
                    <a:pt x="37501" y="1274852"/>
                    <a:pt x="22862" y="1260213"/>
                  </a:cubicBezTo>
                  <a:cubicBezTo>
                    <a:pt x="8224" y="1245575"/>
                    <a:pt x="0" y="1225721"/>
                    <a:pt x="0" y="1205019"/>
                  </a:cubicBezTo>
                  <a:lnTo>
                    <a:pt x="0" y="78057"/>
                  </a:lnTo>
                  <a:cubicBezTo>
                    <a:pt x="0" y="57355"/>
                    <a:pt x="8224" y="37501"/>
                    <a:pt x="22862" y="22862"/>
                  </a:cubicBezTo>
                  <a:cubicBezTo>
                    <a:pt x="37501" y="8224"/>
                    <a:pt x="57355" y="0"/>
                    <a:pt x="78057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09788" cy="1321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-5400000">
            <a:off x="1191645" y="12220544"/>
            <a:ext cx="3732978" cy="1665841"/>
          </a:xfrm>
          <a:custGeom>
            <a:avLst/>
            <a:gdLst/>
            <a:ahLst/>
            <a:cxnLst/>
            <a:rect l="l" t="t" r="r" b="b"/>
            <a:pathLst>
              <a:path w="3732978" h="1665841">
                <a:moveTo>
                  <a:pt x="0" y="0"/>
                </a:moveTo>
                <a:lnTo>
                  <a:pt x="3732977" y="0"/>
                </a:lnTo>
                <a:lnTo>
                  <a:pt x="3732977" y="1665842"/>
                </a:lnTo>
                <a:lnTo>
                  <a:pt x="0" y="16658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015525" y="8820467"/>
            <a:ext cx="21639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Conectado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19950" y="10355463"/>
            <a:ext cx="70065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Bateria 2</a:t>
            </a:r>
          </a:p>
        </p:txBody>
      </p:sp>
      <p:sp>
        <p:nvSpPr>
          <p:cNvPr id="27" name="Freeform 27"/>
          <p:cNvSpPr/>
          <p:nvPr/>
        </p:nvSpPr>
        <p:spPr>
          <a:xfrm rot="-5400000">
            <a:off x="5156711" y="12220544"/>
            <a:ext cx="3732978" cy="1665841"/>
          </a:xfrm>
          <a:custGeom>
            <a:avLst/>
            <a:gdLst/>
            <a:ahLst/>
            <a:cxnLst/>
            <a:rect l="l" t="t" r="r" b="b"/>
            <a:pathLst>
              <a:path w="3732978" h="1665841">
                <a:moveTo>
                  <a:pt x="0" y="0"/>
                </a:moveTo>
                <a:lnTo>
                  <a:pt x="3732978" y="0"/>
                </a:lnTo>
                <a:lnTo>
                  <a:pt x="3732978" y="1665842"/>
                </a:lnTo>
                <a:lnTo>
                  <a:pt x="0" y="16658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383676" y="405130"/>
            <a:ext cx="649381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Pantalla de conexion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(vincular gunate y ver su estado)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3515" y="16342017"/>
            <a:ext cx="10550515" cy="1965033"/>
          </a:xfrm>
          <a:custGeom>
            <a:avLst/>
            <a:gdLst/>
            <a:ahLst/>
            <a:cxnLst/>
            <a:rect l="l" t="t" r="r" b="b"/>
            <a:pathLst>
              <a:path w="10550515" h="1965033">
                <a:moveTo>
                  <a:pt x="0" y="0"/>
                </a:moveTo>
                <a:lnTo>
                  <a:pt x="10550515" y="0"/>
                </a:lnTo>
                <a:lnTo>
                  <a:pt x="10550515" y="1965033"/>
                </a:lnTo>
                <a:lnTo>
                  <a:pt x="0" y="196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hlinkClick r:id="rId3" action="ppaction://hlinksldjump"/>
          </p:cNvPr>
          <p:cNvSpPr/>
          <p:nvPr/>
        </p:nvSpPr>
        <p:spPr>
          <a:xfrm>
            <a:off x="8884911" y="17425472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9" y="0"/>
                </a:lnTo>
                <a:lnTo>
                  <a:pt x="677019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hlinkClick r:id="rId6" action="ppaction://hlinksldjump"/>
          </p:cNvPr>
          <p:cNvSpPr/>
          <p:nvPr/>
        </p:nvSpPr>
        <p:spPr>
          <a:xfrm>
            <a:off x="735017" y="17381683"/>
            <a:ext cx="744567" cy="712076"/>
          </a:xfrm>
          <a:custGeom>
            <a:avLst/>
            <a:gdLst/>
            <a:ahLst/>
            <a:cxnLst/>
            <a:rect l="l" t="t" r="r" b="b"/>
            <a:pathLst>
              <a:path w="744567" h="712076">
                <a:moveTo>
                  <a:pt x="0" y="0"/>
                </a:moveTo>
                <a:lnTo>
                  <a:pt x="744567" y="0"/>
                </a:lnTo>
                <a:lnTo>
                  <a:pt x="744567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hlinkClick r:id="rId9" action="ppaction://hlinksldjump"/>
          </p:cNvPr>
          <p:cNvSpPr/>
          <p:nvPr/>
        </p:nvSpPr>
        <p:spPr>
          <a:xfrm>
            <a:off x="4532607" y="17145272"/>
            <a:ext cx="996370" cy="625222"/>
          </a:xfrm>
          <a:custGeom>
            <a:avLst/>
            <a:gdLst/>
            <a:ahLst/>
            <a:cxnLst/>
            <a:rect l="l" t="t" r="r" b="b"/>
            <a:pathLst>
              <a:path w="996370" h="625222">
                <a:moveTo>
                  <a:pt x="0" y="0"/>
                </a:moveTo>
                <a:lnTo>
                  <a:pt x="996370" y="0"/>
                </a:lnTo>
                <a:lnTo>
                  <a:pt x="996370" y="625222"/>
                </a:lnTo>
                <a:lnTo>
                  <a:pt x="0" y="625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>
            <a:hlinkClick r:id="rId12" action="ppaction://hlinksldjump"/>
          </p:cNvPr>
          <p:cNvSpPr/>
          <p:nvPr/>
        </p:nvSpPr>
        <p:spPr>
          <a:xfrm>
            <a:off x="2552266" y="17372158"/>
            <a:ext cx="816818" cy="748409"/>
          </a:xfrm>
          <a:custGeom>
            <a:avLst/>
            <a:gdLst/>
            <a:ahLst/>
            <a:cxnLst/>
            <a:rect l="l" t="t" r="r" b="b"/>
            <a:pathLst>
              <a:path w="816818" h="748409">
                <a:moveTo>
                  <a:pt x="0" y="0"/>
                </a:moveTo>
                <a:lnTo>
                  <a:pt x="816818" y="0"/>
                </a:lnTo>
                <a:lnTo>
                  <a:pt x="816818" y="748410"/>
                </a:lnTo>
                <a:lnTo>
                  <a:pt x="0" y="7484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07462" y="1528408"/>
            <a:ext cx="8524446" cy="4331829"/>
            <a:chOff x="0" y="0"/>
            <a:chExt cx="2245122" cy="11408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122" cy="1140893"/>
            </a:xfrm>
            <a:custGeom>
              <a:avLst/>
              <a:gdLst/>
              <a:ahLst/>
              <a:cxnLst/>
              <a:rect l="l" t="t" r="r" b="b"/>
              <a:pathLst>
                <a:path w="2245122" h="1140893">
                  <a:moveTo>
                    <a:pt x="29971" y="0"/>
                  </a:moveTo>
                  <a:lnTo>
                    <a:pt x="2215151" y="0"/>
                  </a:lnTo>
                  <a:cubicBezTo>
                    <a:pt x="2223100" y="0"/>
                    <a:pt x="2230723" y="3158"/>
                    <a:pt x="2236344" y="8778"/>
                  </a:cubicBezTo>
                  <a:cubicBezTo>
                    <a:pt x="2241964" y="14399"/>
                    <a:pt x="2245122" y="22022"/>
                    <a:pt x="2245122" y="29971"/>
                  </a:cubicBezTo>
                  <a:lnTo>
                    <a:pt x="2245122" y="1110923"/>
                  </a:lnTo>
                  <a:cubicBezTo>
                    <a:pt x="2245122" y="1118871"/>
                    <a:pt x="2241964" y="1126495"/>
                    <a:pt x="2236344" y="1132115"/>
                  </a:cubicBezTo>
                  <a:cubicBezTo>
                    <a:pt x="2230723" y="1137736"/>
                    <a:pt x="2223100" y="1140893"/>
                    <a:pt x="2215151" y="1140893"/>
                  </a:cubicBezTo>
                  <a:lnTo>
                    <a:pt x="29971" y="1140893"/>
                  </a:lnTo>
                  <a:cubicBezTo>
                    <a:pt x="22022" y="1140893"/>
                    <a:pt x="14399" y="1137736"/>
                    <a:pt x="8778" y="1132115"/>
                  </a:cubicBezTo>
                  <a:cubicBezTo>
                    <a:pt x="3158" y="1126495"/>
                    <a:pt x="0" y="1118871"/>
                    <a:pt x="0" y="1110923"/>
                  </a:cubicBezTo>
                  <a:lnTo>
                    <a:pt x="0" y="29971"/>
                  </a:lnTo>
                  <a:cubicBezTo>
                    <a:pt x="0" y="22022"/>
                    <a:pt x="3158" y="14399"/>
                    <a:pt x="8778" y="8778"/>
                  </a:cubicBezTo>
                  <a:cubicBezTo>
                    <a:pt x="14399" y="3158"/>
                    <a:pt x="22022" y="0"/>
                    <a:pt x="29971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45122" cy="1178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7492" y="13374451"/>
            <a:ext cx="8624417" cy="2793413"/>
            <a:chOff x="0" y="0"/>
            <a:chExt cx="2271451" cy="7357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1451" cy="735714"/>
            </a:xfrm>
            <a:custGeom>
              <a:avLst/>
              <a:gdLst/>
              <a:ahLst/>
              <a:cxnLst/>
              <a:rect l="l" t="t" r="r" b="b"/>
              <a:pathLst>
                <a:path w="2271451" h="735714">
                  <a:moveTo>
                    <a:pt x="39498" y="0"/>
                  </a:moveTo>
                  <a:lnTo>
                    <a:pt x="2231954" y="0"/>
                  </a:lnTo>
                  <a:cubicBezTo>
                    <a:pt x="2253767" y="0"/>
                    <a:pt x="2271451" y="17684"/>
                    <a:pt x="2271451" y="39498"/>
                  </a:cubicBezTo>
                  <a:lnTo>
                    <a:pt x="2271451" y="696216"/>
                  </a:lnTo>
                  <a:cubicBezTo>
                    <a:pt x="2271451" y="718030"/>
                    <a:pt x="2253767" y="735714"/>
                    <a:pt x="2231954" y="735714"/>
                  </a:cubicBezTo>
                  <a:lnTo>
                    <a:pt x="39498" y="735714"/>
                  </a:lnTo>
                  <a:cubicBezTo>
                    <a:pt x="29022" y="735714"/>
                    <a:pt x="18976" y="731552"/>
                    <a:pt x="11569" y="724145"/>
                  </a:cubicBezTo>
                  <a:cubicBezTo>
                    <a:pt x="4161" y="716738"/>
                    <a:pt x="0" y="706692"/>
                    <a:pt x="0" y="696216"/>
                  </a:cubicBezTo>
                  <a:lnTo>
                    <a:pt x="0" y="39498"/>
                  </a:lnTo>
                  <a:cubicBezTo>
                    <a:pt x="0" y="29022"/>
                    <a:pt x="4161" y="18976"/>
                    <a:pt x="11569" y="11569"/>
                  </a:cubicBezTo>
                  <a:cubicBezTo>
                    <a:pt x="18976" y="4161"/>
                    <a:pt x="29022" y="0"/>
                    <a:pt x="39498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71451" cy="773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915282" y="7558487"/>
            <a:ext cx="2708806" cy="5644514"/>
            <a:chOff x="0" y="0"/>
            <a:chExt cx="713430" cy="14866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3430" cy="1486621"/>
            </a:xfrm>
            <a:custGeom>
              <a:avLst/>
              <a:gdLst/>
              <a:ahLst/>
              <a:cxnLst/>
              <a:rect l="l" t="t" r="r" b="b"/>
              <a:pathLst>
                <a:path w="713430" h="1486621">
                  <a:moveTo>
                    <a:pt x="0" y="0"/>
                  </a:moveTo>
                  <a:lnTo>
                    <a:pt x="713430" y="0"/>
                  </a:lnTo>
                  <a:lnTo>
                    <a:pt x="713430" y="1486621"/>
                  </a:lnTo>
                  <a:lnTo>
                    <a:pt x="0" y="1486621"/>
                  </a:ln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13430" cy="1524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73088" y="7558487"/>
            <a:ext cx="2708806" cy="5644514"/>
            <a:chOff x="0" y="0"/>
            <a:chExt cx="713430" cy="148662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3430" cy="1486621"/>
            </a:xfrm>
            <a:custGeom>
              <a:avLst/>
              <a:gdLst/>
              <a:ahLst/>
              <a:cxnLst/>
              <a:rect l="l" t="t" r="r" b="b"/>
              <a:pathLst>
                <a:path w="713430" h="1486621">
                  <a:moveTo>
                    <a:pt x="0" y="0"/>
                  </a:moveTo>
                  <a:lnTo>
                    <a:pt x="713430" y="0"/>
                  </a:lnTo>
                  <a:lnTo>
                    <a:pt x="713430" y="1486621"/>
                  </a:lnTo>
                  <a:lnTo>
                    <a:pt x="0" y="1486621"/>
                  </a:ln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13430" cy="1524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7477" y="7509327"/>
            <a:ext cx="2708806" cy="5693674"/>
            <a:chOff x="0" y="0"/>
            <a:chExt cx="713430" cy="14995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3430" cy="1499568"/>
            </a:xfrm>
            <a:custGeom>
              <a:avLst/>
              <a:gdLst/>
              <a:ahLst/>
              <a:cxnLst/>
              <a:rect l="l" t="t" r="r" b="b"/>
              <a:pathLst>
                <a:path w="713430" h="1499568">
                  <a:moveTo>
                    <a:pt x="0" y="0"/>
                  </a:moveTo>
                  <a:lnTo>
                    <a:pt x="713430" y="0"/>
                  </a:lnTo>
                  <a:lnTo>
                    <a:pt x="713430" y="1499568"/>
                  </a:lnTo>
                  <a:lnTo>
                    <a:pt x="0" y="1499568"/>
                  </a:ln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13430" cy="1537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7477" y="6387105"/>
            <a:ext cx="8574432" cy="950772"/>
            <a:chOff x="0" y="0"/>
            <a:chExt cx="2258286" cy="2504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58287" cy="250409"/>
            </a:xfrm>
            <a:custGeom>
              <a:avLst/>
              <a:gdLst/>
              <a:ahLst/>
              <a:cxnLst/>
              <a:rect l="l" t="t" r="r" b="b"/>
              <a:pathLst>
                <a:path w="2258287" h="250409">
                  <a:moveTo>
                    <a:pt x="39728" y="0"/>
                  </a:moveTo>
                  <a:lnTo>
                    <a:pt x="2218559" y="0"/>
                  </a:lnTo>
                  <a:cubicBezTo>
                    <a:pt x="2229095" y="0"/>
                    <a:pt x="2239200" y="4186"/>
                    <a:pt x="2246650" y="11636"/>
                  </a:cubicBezTo>
                  <a:cubicBezTo>
                    <a:pt x="2254101" y="19086"/>
                    <a:pt x="2258287" y="29191"/>
                    <a:pt x="2258287" y="39728"/>
                  </a:cubicBezTo>
                  <a:lnTo>
                    <a:pt x="2258287" y="210681"/>
                  </a:lnTo>
                  <a:cubicBezTo>
                    <a:pt x="2258287" y="232622"/>
                    <a:pt x="2240500" y="250409"/>
                    <a:pt x="2218559" y="250409"/>
                  </a:cubicBezTo>
                  <a:lnTo>
                    <a:pt x="39728" y="250409"/>
                  </a:lnTo>
                  <a:cubicBezTo>
                    <a:pt x="17787" y="250409"/>
                    <a:pt x="0" y="232622"/>
                    <a:pt x="0" y="210681"/>
                  </a:cubicBezTo>
                  <a:lnTo>
                    <a:pt x="0" y="39728"/>
                  </a:lnTo>
                  <a:cubicBezTo>
                    <a:pt x="0" y="17787"/>
                    <a:pt x="17787" y="0"/>
                    <a:pt x="39728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258286" cy="2885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78432" y="6571325"/>
            <a:ext cx="145077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Niveles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3006" y="7537902"/>
            <a:ext cx="13616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5" action="ppaction://hlinksldjump"/>
              </a:rPr>
              <a:t>Nivel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48047" y="7537902"/>
            <a:ext cx="13616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6" action="ppaction://hlinksldjump"/>
              </a:rPr>
              <a:t>Nivel 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23200" y="7537902"/>
            <a:ext cx="13616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7" action="ppaction://hlinksldjump"/>
              </a:rPr>
              <a:t>Nivel 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3006" y="1863365"/>
            <a:ext cx="723498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Bienvenido a la zona de aprendizaje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13660201"/>
            <a:ext cx="838482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Progreso de curso o nivel/errores comunes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795937" y="249518"/>
            <a:ext cx="6454527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Pantalla de aprendizaje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(Tipo duolingo con lenguaje de señas)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7635" y="1028700"/>
            <a:ext cx="9131730" cy="16230600"/>
            <a:chOff x="0" y="0"/>
            <a:chExt cx="2405065" cy="4274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5065" cy="4274726"/>
            </a:xfrm>
            <a:custGeom>
              <a:avLst/>
              <a:gdLst/>
              <a:ahLst/>
              <a:cxnLst/>
              <a:rect l="l" t="t" r="r" b="b"/>
              <a:pathLst>
                <a:path w="2405065" h="4274726">
                  <a:moveTo>
                    <a:pt x="49173" y="0"/>
                  </a:moveTo>
                  <a:lnTo>
                    <a:pt x="2355892" y="0"/>
                  </a:lnTo>
                  <a:cubicBezTo>
                    <a:pt x="2383049" y="0"/>
                    <a:pt x="2405065" y="22015"/>
                    <a:pt x="2405065" y="49173"/>
                  </a:cubicBezTo>
                  <a:lnTo>
                    <a:pt x="2405065" y="4225553"/>
                  </a:lnTo>
                  <a:cubicBezTo>
                    <a:pt x="2405065" y="4252711"/>
                    <a:pt x="2383049" y="4274726"/>
                    <a:pt x="2355892" y="4274726"/>
                  </a:cubicBezTo>
                  <a:lnTo>
                    <a:pt x="49173" y="4274726"/>
                  </a:lnTo>
                  <a:cubicBezTo>
                    <a:pt x="22015" y="4274726"/>
                    <a:pt x="0" y="4252711"/>
                    <a:pt x="0" y="4225553"/>
                  </a:cubicBezTo>
                  <a:lnTo>
                    <a:pt x="0" y="49173"/>
                  </a:lnTo>
                  <a:cubicBezTo>
                    <a:pt x="0" y="22015"/>
                    <a:pt x="22015" y="0"/>
                    <a:pt x="49173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5065" cy="4312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hlinkClick r:id="rId2" action="ppaction://hlinksldjump"/>
          </p:cNvPr>
          <p:cNvSpPr/>
          <p:nvPr/>
        </p:nvSpPr>
        <p:spPr>
          <a:xfrm rot="-10800000">
            <a:off x="1028700" y="1416076"/>
            <a:ext cx="793231" cy="793231"/>
          </a:xfrm>
          <a:custGeom>
            <a:avLst/>
            <a:gdLst/>
            <a:ahLst/>
            <a:cxnLst/>
            <a:rect l="l" t="t" r="r" b="b"/>
            <a:pathLst>
              <a:path w="793231" h="793231">
                <a:moveTo>
                  <a:pt x="0" y="0"/>
                </a:moveTo>
                <a:lnTo>
                  <a:pt x="793231" y="0"/>
                </a:lnTo>
                <a:lnTo>
                  <a:pt x="793231" y="793231"/>
                </a:lnTo>
                <a:lnTo>
                  <a:pt x="0" y="793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12658" y="3974668"/>
            <a:ext cx="8861684" cy="12362975"/>
            <a:chOff x="0" y="0"/>
            <a:chExt cx="11815579" cy="16483966"/>
          </a:xfrm>
        </p:grpSpPr>
        <p:sp>
          <p:nvSpPr>
            <p:cNvPr id="7" name="Freeform 7"/>
            <p:cNvSpPr/>
            <p:nvPr/>
          </p:nvSpPr>
          <p:spPr>
            <a:xfrm>
              <a:off x="2385528" y="0"/>
              <a:ext cx="9430052" cy="8439896"/>
            </a:xfrm>
            <a:custGeom>
              <a:avLst/>
              <a:gdLst/>
              <a:ahLst/>
              <a:cxnLst/>
              <a:rect l="l" t="t" r="r" b="b"/>
              <a:pathLst>
                <a:path w="9430052" h="8439896">
                  <a:moveTo>
                    <a:pt x="0" y="0"/>
                  </a:moveTo>
                  <a:lnTo>
                    <a:pt x="9430051" y="0"/>
                  </a:lnTo>
                  <a:lnTo>
                    <a:pt x="9430051" y="8439896"/>
                  </a:lnTo>
                  <a:lnTo>
                    <a:pt x="0" y="843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10800000">
              <a:off x="0" y="8044070"/>
              <a:ext cx="9430052" cy="8439896"/>
            </a:xfrm>
            <a:custGeom>
              <a:avLst/>
              <a:gdLst/>
              <a:ahLst/>
              <a:cxnLst/>
              <a:rect l="l" t="t" r="r" b="b"/>
              <a:pathLst>
                <a:path w="9430052" h="8439896">
                  <a:moveTo>
                    <a:pt x="0" y="0"/>
                  </a:moveTo>
                  <a:lnTo>
                    <a:pt x="9430052" y="0"/>
                  </a:lnTo>
                  <a:lnTo>
                    <a:pt x="9430052" y="8439896"/>
                  </a:lnTo>
                  <a:lnTo>
                    <a:pt x="0" y="843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>
            <a:hlinkClick r:id="rId7" action="ppaction://hlinksldjump"/>
          </p:cNvPr>
          <p:cNvSpPr/>
          <p:nvPr/>
        </p:nvSpPr>
        <p:spPr>
          <a:xfrm>
            <a:off x="7107882" y="3519847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hlinkClick r:id="rId7" action="ppaction://hlinksldjump"/>
          </p:cNvPr>
          <p:cNvSpPr/>
          <p:nvPr/>
        </p:nvSpPr>
        <p:spPr>
          <a:xfrm>
            <a:off x="8664700" y="8234358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hlinkClick r:id="rId7" action="ppaction://hlinksldjump"/>
          </p:cNvPr>
          <p:cNvSpPr/>
          <p:nvPr/>
        </p:nvSpPr>
        <p:spPr>
          <a:xfrm>
            <a:off x="712658" y="11303913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50887" y="16337643"/>
            <a:ext cx="1656462" cy="596326"/>
          </a:xfrm>
          <a:custGeom>
            <a:avLst/>
            <a:gdLst/>
            <a:ahLst/>
            <a:cxnLst/>
            <a:rect l="l" t="t" r="r" b="b"/>
            <a:pathLst>
              <a:path w="1656462" h="596326">
                <a:moveTo>
                  <a:pt x="0" y="0"/>
                </a:moveTo>
                <a:lnTo>
                  <a:pt x="1656462" y="0"/>
                </a:lnTo>
                <a:lnTo>
                  <a:pt x="1656462" y="596326"/>
                </a:lnTo>
                <a:lnTo>
                  <a:pt x="0" y="596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179118" y="1349401"/>
            <a:ext cx="392876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Básico</a:t>
            </a:r>
          </a:p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Letras y abecedario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7635" y="1028700"/>
            <a:ext cx="9131730" cy="16230600"/>
            <a:chOff x="0" y="0"/>
            <a:chExt cx="2405065" cy="4274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5065" cy="4274726"/>
            </a:xfrm>
            <a:custGeom>
              <a:avLst/>
              <a:gdLst/>
              <a:ahLst/>
              <a:cxnLst/>
              <a:rect l="l" t="t" r="r" b="b"/>
              <a:pathLst>
                <a:path w="2405065" h="4274726">
                  <a:moveTo>
                    <a:pt x="49173" y="0"/>
                  </a:moveTo>
                  <a:lnTo>
                    <a:pt x="2355892" y="0"/>
                  </a:lnTo>
                  <a:cubicBezTo>
                    <a:pt x="2383049" y="0"/>
                    <a:pt x="2405065" y="22015"/>
                    <a:pt x="2405065" y="49173"/>
                  </a:cubicBezTo>
                  <a:lnTo>
                    <a:pt x="2405065" y="4225553"/>
                  </a:lnTo>
                  <a:cubicBezTo>
                    <a:pt x="2405065" y="4252711"/>
                    <a:pt x="2383049" y="4274726"/>
                    <a:pt x="2355892" y="4274726"/>
                  </a:cubicBezTo>
                  <a:lnTo>
                    <a:pt x="49173" y="4274726"/>
                  </a:lnTo>
                  <a:cubicBezTo>
                    <a:pt x="22015" y="4274726"/>
                    <a:pt x="0" y="4252711"/>
                    <a:pt x="0" y="4225553"/>
                  </a:cubicBezTo>
                  <a:lnTo>
                    <a:pt x="0" y="49173"/>
                  </a:lnTo>
                  <a:cubicBezTo>
                    <a:pt x="0" y="22015"/>
                    <a:pt x="22015" y="0"/>
                    <a:pt x="49173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5065" cy="4312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hlinkClick r:id="rId2" action="ppaction://hlinksldjump"/>
          </p:cNvPr>
          <p:cNvSpPr/>
          <p:nvPr/>
        </p:nvSpPr>
        <p:spPr>
          <a:xfrm rot="-10800000">
            <a:off x="1028700" y="1416076"/>
            <a:ext cx="793231" cy="793231"/>
          </a:xfrm>
          <a:custGeom>
            <a:avLst/>
            <a:gdLst/>
            <a:ahLst/>
            <a:cxnLst/>
            <a:rect l="l" t="t" r="r" b="b"/>
            <a:pathLst>
              <a:path w="793231" h="793231">
                <a:moveTo>
                  <a:pt x="0" y="0"/>
                </a:moveTo>
                <a:lnTo>
                  <a:pt x="793231" y="0"/>
                </a:lnTo>
                <a:lnTo>
                  <a:pt x="793231" y="793231"/>
                </a:lnTo>
                <a:lnTo>
                  <a:pt x="0" y="793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12658" y="3974668"/>
            <a:ext cx="8861684" cy="12362975"/>
            <a:chOff x="0" y="0"/>
            <a:chExt cx="11815579" cy="16483966"/>
          </a:xfrm>
        </p:grpSpPr>
        <p:sp>
          <p:nvSpPr>
            <p:cNvPr id="7" name="Freeform 7"/>
            <p:cNvSpPr/>
            <p:nvPr/>
          </p:nvSpPr>
          <p:spPr>
            <a:xfrm>
              <a:off x="2385528" y="0"/>
              <a:ext cx="9430052" cy="8439896"/>
            </a:xfrm>
            <a:custGeom>
              <a:avLst/>
              <a:gdLst/>
              <a:ahLst/>
              <a:cxnLst/>
              <a:rect l="l" t="t" r="r" b="b"/>
              <a:pathLst>
                <a:path w="9430052" h="8439896">
                  <a:moveTo>
                    <a:pt x="0" y="0"/>
                  </a:moveTo>
                  <a:lnTo>
                    <a:pt x="9430051" y="0"/>
                  </a:lnTo>
                  <a:lnTo>
                    <a:pt x="9430051" y="8439896"/>
                  </a:lnTo>
                  <a:lnTo>
                    <a:pt x="0" y="843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10800000">
              <a:off x="0" y="8044070"/>
              <a:ext cx="9430052" cy="8439896"/>
            </a:xfrm>
            <a:custGeom>
              <a:avLst/>
              <a:gdLst/>
              <a:ahLst/>
              <a:cxnLst/>
              <a:rect l="l" t="t" r="r" b="b"/>
              <a:pathLst>
                <a:path w="9430052" h="8439896">
                  <a:moveTo>
                    <a:pt x="0" y="0"/>
                  </a:moveTo>
                  <a:lnTo>
                    <a:pt x="9430052" y="0"/>
                  </a:lnTo>
                  <a:lnTo>
                    <a:pt x="9430052" y="8439896"/>
                  </a:lnTo>
                  <a:lnTo>
                    <a:pt x="0" y="843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>
            <a:hlinkClick r:id="rId7" action="ppaction://hlinksldjump"/>
          </p:cNvPr>
          <p:cNvSpPr/>
          <p:nvPr/>
        </p:nvSpPr>
        <p:spPr>
          <a:xfrm>
            <a:off x="7107882" y="3519847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hlinkClick r:id="rId7" action="ppaction://hlinksldjump"/>
          </p:cNvPr>
          <p:cNvSpPr/>
          <p:nvPr/>
        </p:nvSpPr>
        <p:spPr>
          <a:xfrm>
            <a:off x="8664700" y="8234358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hlinkClick r:id="rId7" action="ppaction://hlinksldjump"/>
          </p:cNvPr>
          <p:cNvSpPr/>
          <p:nvPr/>
        </p:nvSpPr>
        <p:spPr>
          <a:xfrm>
            <a:off x="712658" y="11303913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50887" y="16337643"/>
            <a:ext cx="1656462" cy="596326"/>
          </a:xfrm>
          <a:custGeom>
            <a:avLst/>
            <a:gdLst/>
            <a:ahLst/>
            <a:cxnLst/>
            <a:rect l="l" t="t" r="r" b="b"/>
            <a:pathLst>
              <a:path w="1656462" h="596326">
                <a:moveTo>
                  <a:pt x="0" y="0"/>
                </a:moveTo>
                <a:lnTo>
                  <a:pt x="1656462" y="0"/>
                </a:lnTo>
                <a:lnTo>
                  <a:pt x="1656462" y="596326"/>
                </a:lnTo>
                <a:lnTo>
                  <a:pt x="0" y="596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881810" y="1349401"/>
            <a:ext cx="252338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Básico</a:t>
            </a:r>
          </a:p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palabras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7635" y="1028700"/>
            <a:ext cx="9131730" cy="16230600"/>
            <a:chOff x="0" y="0"/>
            <a:chExt cx="2405065" cy="4274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5065" cy="4274726"/>
            </a:xfrm>
            <a:custGeom>
              <a:avLst/>
              <a:gdLst/>
              <a:ahLst/>
              <a:cxnLst/>
              <a:rect l="l" t="t" r="r" b="b"/>
              <a:pathLst>
                <a:path w="2405065" h="4274726">
                  <a:moveTo>
                    <a:pt x="49173" y="0"/>
                  </a:moveTo>
                  <a:lnTo>
                    <a:pt x="2355892" y="0"/>
                  </a:lnTo>
                  <a:cubicBezTo>
                    <a:pt x="2383049" y="0"/>
                    <a:pt x="2405065" y="22015"/>
                    <a:pt x="2405065" y="49173"/>
                  </a:cubicBezTo>
                  <a:lnTo>
                    <a:pt x="2405065" y="4225553"/>
                  </a:lnTo>
                  <a:cubicBezTo>
                    <a:pt x="2405065" y="4252711"/>
                    <a:pt x="2383049" y="4274726"/>
                    <a:pt x="2355892" y="4274726"/>
                  </a:cubicBezTo>
                  <a:lnTo>
                    <a:pt x="49173" y="4274726"/>
                  </a:lnTo>
                  <a:cubicBezTo>
                    <a:pt x="22015" y="4274726"/>
                    <a:pt x="0" y="4252711"/>
                    <a:pt x="0" y="4225553"/>
                  </a:cubicBezTo>
                  <a:lnTo>
                    <a:pt x="0" y="49173"/>
                  </a:lnTo>
                  <a:cubicBezTo>
                    <a:pt x="0" y="22015"/>
                    <a:pt x="22015" y="0"/>
                    <a:pt x="49173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5065" cy="4312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028700" y="1416076"/>
            <a:ext cx="793231" cy="793231"/>
          </a:xfrm>
          <a:custGeom>
            <a:avLst/>
            <a:gdLst/>
            <a:ahLst/>
            <a:cxnLst/>
            <a:rect l="l" t="t" r="r" b="b"/>
            <a:pathLst>
              <a:path w="793231" h="793231">
                <a:moveTo>
                  <a:pt x="0" y="0"/>
                </a:moveTo>
                <a:lnTo>
                  <a:pt x="793231" y="0"/>
                </a:lnTo>
                <a:lnTo>
                  <a:pt x="793231" y="793231"/>
                </a:lnTo>
                <a:lnTo>
                  <a:pt x="0" y="793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12658" y="3974668"/>
            <a:ext cx="8861684" cy="12362975"/>
            <a:chOff x="0" y="0"/>
            <a:chExt cx="11815579" cy="16483966"/>
          </a:xfrm>
        </p:grpSpPr>
        <p:sp>
          <p:nvSpPr>
            <p:cNvPr id="7" name="Freeform 7"/>
            <p:cNvSpPr/>
            <p:nvPr/>
          </p:nvSpPr>
          <p:spPr>
            <a:xfrm>
              <a:off x="2385528" y="0"/>
              <a:ext cx="9430052" cy="8439896"/>
            </a:xfrm>
            <a:custGeom>
              <a:avLst/>
              <a:gdLst/>
              <a:ahLst/>
              <a:cxnLst/>
              <a:rect l="l" t="t" r="r" b="b"/>
              <a:pathLst>
                <a:path w="9430052" h="8439896">
                  <a:moveTo>
                    <a:pt x="0" y="0"/>
                  </a:moveTo>
                  <a:lnTo>
                    <a:pt x="9430051" y="0"/>
                  </a:lnTo>
                  <a:lnTo>
                    <a:pt x="9430051" y="8439896"/>
                  </a:lnTo>
                  <a:lnTo>
                    <a:pt x="0" y="843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10800000">
              <a:off x="0" y="8044070"/>
              <a:ext cx="9430052" cy="8439896"/>
            </a:xfrm>
            <a:custGeom>
              <a:avLst/>
              <a:gdLst/>
              <a:ahLst/>
              <a:cxnLst/>
              <a:rect l="l" t="t" r="r" b="b"/>
              <a:pathLst>
                <a:path w="9430052" h="8439896">
                  <a:moveTo>
                    <a:pt x="0" y="0"/>
                  </a:moveTo>
                  <a:lnTo>
                    <a:pt x="9430052" y="0"/>
                  </a:lnTo>
                  <a:lnTo>
                    <a:pt x="9430052" y="8439896"/>
                  </a:lnTo>
                  <a:lnTo>
                    <a:pt x="0" y="843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>
            <a:hlinkClick r:id="rId6" action="ppaction://hlinksldjump"/>
          </p:cNvPr>
          <p:cNvSpPr/>
          <p:nvPr/>
        </p:nvSpPr>
        <p:spPr>
          <a:xfrm>
            <a:off x="7107882" y="3519847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hlinkClick r:id="rId6" action="ppaction://hlinksldjump"/>
          </p:cNvPr>
          <p:cNvSpPr/>
          <p:nvPr/>
        </p:nvSpPr>
        <p:spPr>
          <a:xfrm>
            <a:off x="8664700" y="8234358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hlinkClick r:id="rId6" action="ppaction://hlinksldjump"/>
          </p:cNvPr>
          <p:cNvSpPr/>
          <p:nvPr/>
        </p:nvSpPr>
        <p:spPr>
          <a:xfrm>
            <a:off x="712658" y="11303913"/>
            <a:ext cx="909642" cy="909642"/>
          </a:xfrm>
          <a:custGeom>
            <a:avLst/>
            <a:gdLst/>
            <a:ahLst/>
            <a:cxnLst/>
            <a:rect l="l" t="t" r="r" b="b"/>
            <a:pathLst>
              <a:path w="909642" h="909642">
                <a:moveTo>
                  <a:pt x="0" y="0"/>
                </a:moveTo>
                <a:lnTo>
                  <a:pt x="909642" y="0"/>
                </a:lnTo>
                <a:lnTo>
                  <a:pt x="909642" y="909642"/>
                </a:lnTo>
                <a:lnTo>
                  <a:pt x="0" y="909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50887" y="16337643"/>
            <a:ext cx="1656462" cy="596326"/>
          </a:xfrm>
          <a:custGeom>
            <a:avLst/>
            <a:gdLst/>
            <a:ahLst/>
            <a:cxnLst/>
            <a:rect l="l" t="t" r="r" b="b"/>
            <a:pathLst>
              <a:path w="1656462" h="596326">
                <a:moveTo>
                  <a:pt x="0" y="0"/>
                </a:moveTo>
                <a:lnTo>
                  <a:pt x="1656462" y="0"/>
                </a:lnTo>
                <a:lnTo>
                  <a:pt x="1656462" y="596326"/>
                </a:lnTo>
                <a:lnTo>
                  <a:pt x="0" y="596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671292" y="1349401"/>
            <a:ext cx="294441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Básico</a:t>
            </a:r>
          </a:p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Frases simples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38" y="2505558"/>
            <a:ext cx="8320209" cy="832020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Mostrar gesto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37119" y="12623184"/>
            <a:ext cx="4114800" cy="1434491"/>
            <a:chOff x="0" y="0"/>
            <a:chExt cx="1083733" cy="3778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3733" cy="377808"/>
            </a:xfrm>
            <a:custGeom>
              <a:avLst/>
              <a:gdLst/>
              <a:ahLst/>
              <a:cxnLst/>
              <a:rect l="l" t="t" r="r" b="b"/>
              <a:pathLst>
                <a:path w="1083733" h="377808">
                  <a:moveTo>
                    <a:pt x="92193" y="0"/>
                  </a:moveTo>
                  <a:lnTo>
                    <a:pt x="991541" y="0"/>
                  </a:lnTo>
                  <a:cubicBezTo>
                    <a:pt x="1015992" y="0"/>
                    <a:pt x="1039441" y="9713"/>
                    <a:pt x="1056731" y="27003"/>
                  </a:cubicBezTo>
                  <a:cubicBezTo>
                    <a:pt x="1074020" y="44292"/>
                    <a:pt x="1083733" y="67742"/>
                    <a:pt x="1083733" y="92193"/>
                  </a:cubicBezTo>
                  <a:lnTo>
                    <a:pt x="1083733" y="285616"/>
                  </a:lnTo>
                  <a:cubicBezTo>
                    <a:pt x="1083733" y="336532"/>
                    <a:pt x="1042457" y="377808"/>
                    <a:pt x="991541" y="377808"/>
                  </a:cubicBezTo>
                  <a:lnTo>
                    <a:pt x="92193" y="377808"/>
                  </a:lnTo>
                  <a:cubicBezTo>
                    <a:pt x="67742" y="377808"/>
                    <a:pt x="44292" y="368095"/>
                    <a:pt x="27003" y="350806"/>
                  </a:cubicBezTo>
                  <a:cubicBezTo>
                    <a:pt x="9713" y="333516"/>
                    <a:pt x="0" y="310067"/>
                    <a:pt x="0" y="285616"/>
                  </a:cubicBezTo>
                  <a:lnTo>
                    <a:pt x="0" y="92193"/>
                  </a:lnTo>
                  <a:cubicBezTo>
                    <a:pt x="0" y="41276"/>
                    <a:pt x="41276" y="0"/>
                    <a:pt x="921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083733" cy="45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Intentar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263515" y="16342017"/>
            <a:ext cx="10550515" cy="1965033"/>
          </a:xfrm>
          <a:custGeom>
            <a:avLst/>
            <a:gdLst/>
            <a:ahLst/>
            <a:cxnLst/>
            <a:rect l="l" t="t" r="r" b="b"/>
            <a:pathLst>
              <a:path w="10550515" h="1965033">
                <a:moveTo>
                  <a:pt x="0" y="0"/>
                </a:moveTo>
                <a:lnTo>
                  <a:pt x="10550515" y="0"/>
                </a:lnTo>
                <a:lnTo>
                  <a:pt x="10550515" y="1965033"/>
                </a:lnTo>
                <a:lnTo>
                  <a:pt x="0" y="196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>
            <a:hlinkClick r:id="rId3" action="ppaction://hlinksldjump"/>
          </p:cNvPr>
          <p:cNvSpPr/>
          <p:nvPr/>
        </p:nvSpPr>
        <p:spPr>
          <a:xfrm>
            <a:off x="8884911" y="17425472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9" y="0"/>
                </a:lnTo>
                <a:lnTo>
                  <a:pt x="677019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hlinkClick r:id="rId6" action="ppaction://hlinksldjump"/>
          </p:cNvPr>
          <p:cNvSpPr/>
          <p:nvPr/>
        </p:nvSpPr>
        <p:spPr>
          <a:xfrm>
            <a:off x="735017" y="17381683"/>
            <a:ext cx="744567" cy="712076"/>
          </a:xfrm>
          <a:custGeom>
            <a:avLst/>
            <a:gdLst/>
            <a:ahLst/>
            <a:cxnLst/>
            <a:rect l="l" t="t" r="r" b="b"/>
            <a:pathLst>
              <a:path w="744567" h="712076">
                <a:moveTo>
                  <a:pt x="0" y="0"/>
                </a:moveTo>
                <a:lnTo>
                  <a:pt x="744567" y="0"/>
                </a:lnTo>
                <a:lnTo>
                  <a:pt x="744567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hlinkClick r:id="rId9" action="ppaction://hlinksldjump"/>
          </p:cNvPr>
          <p:cNvSpPr/>
          <p:nvPr/>
        </p:nvSpPr>
        <p:spPr>
          <a:xfrm>
            <a:off x="4532607" y="17145272"/>
            <a:ext cx="996370" cy="625222"/>
          </a:xfrm>
          <a:custGeom>
            <a:avLst/>
            <a:gdLst/>
            <a:ahLst/>
            <a:cxnLst/>
            <a:rect l="l" t="t" r="r" b="b"/>
            <a:pathLst>
              <a:path w="996370" h="625222">
                <a:moveTo>
                  <a:pt x="0" y="0"/>
                </a:moveTo>
                <a:lnTo>
                  <a:pt x="996370" y="0"/>
                </a:lnTo>
                <a:lnTo>
                  <a:pt x="996370" y="625222"/>
                </a:lnTo>
                <a:lnTo>
                  <a:pt x="0" y="625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>
            <a:hlinkClick r:id="rId12" action="ppaction://hlinksldjump"/>
          </p:cNvPr>
          <p:cNvSpPr/>
          <p:nvPr/>
        </p:nvSpPr>
        <p:spPr>
          <a:xfrm>
            <a:off x="2552266" y="17372158"/>
            <a:ext cx="816818" cy="748409"/>
          </a:xfrm>
          <a:custGeom>
            <a:avLst/>
            <a:gdLst/>
            <a:ahLst/>
            <a:cxnLst/>
            <a:rect l="l" t="t" r="r" b="b"/>
            <a:pathLst>
              <a:path w="816818" h="748409">
                <a:moveTo>
                  <a:pt x="0" y="0"/>
                </a:moveTo>
                <a:lnTo>
                  <a:pt x="816818" y="0"/>
                </a:lnTo>
                <a:lnTo>
                  <a:pt x="816818" y="748410"/>
                </a:lnTo>
                <a:lnTo>
                  <a:pt x="0" y="7484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hlinkClick r:id="rId15" action="ppaction://hlinksldjump"/>
          </p:cNvPr>
          <p:cNvSpPr/>
          <p:nvPr/>
        </p:nvSpPr>
        <p:spPr>
          <a:xfrm rot="-10800000">
            <a:off x="632084" y="1028700"/>
            <a:ext cx="793231" cy="793231"/>
          </a:xfrm>
          <a:custGeom>
            <a:avLst/>
            <a:gdLst/>
            <a:ahLst/>
            <a:cxnLst/>
            <a:rect l="l" t="t" r="r" b="b"/>
            <a:pathLst>
              <a:path w="793231" h="793231">
                <a:moveTo>
                  <a:pt x="0" y="0"/>
                </a:moveTo>
                <a:lnTo>
                  <a:pt x="793232" y="0"/>
                </a:lnTo>
                <a:lnTo>
                  <a:pt x="793232" y="793231"/>
                </a:lnTo>
                <a:lnTo>
                  <a:pt x="0" y="7932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11870" y="12623184"/>
            <a:ext cx="4114800" cy="1434491"/>
            <a:chOff x="0" y="0"/>
            <a:chExt cx="1083733" cy="377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3733" cy="377808"/>
            </a:xfrm>
            <a:custGeom>
              <a:avLst/>
              <a:gdLst/>
              <a:ahLst/>
              <a:cxnLst/>
              <a:rect l="l" t="t" r="r" b="b"/>
              <a:pathLst>
                <a:path w="1083733" h="377808">
                  <a:moveTo>
                    <a:pt x="92193" y="0"/>
                  </a:moveTo>
                  <a:lnTo>
                    <a:pt x="991541" y="0"/>
                  </a:lnTo>
                  <a:cubicBezTo>
                    <a:pt x="1015992" y="0"/>
                    <a:pt x="1039441" y="9713"/>
                    <a:pt x="1056731" y="27003"/>
                  </a:cubicBezTo>
                  <a:cubicBezTo>
                    <a:pt x="1074020" y="44292"/>
                    <a:pt x="1083733" y="67742"/>
                    <a:pt x="1083733" y="92193"/>
                  </a:cubicBezTo>
                  <a:lnTo>
                    <a:pt x="1083733" y="285616"/>
                  </a:lnTo>
                  <a:cubicBezTo>
                    <a:pt x="1083733" y="336532"/>
                    <a:pt x="1042457" y="377808"/>
                    <a:pt x="991541" y="377808"/>
                  </a:cubicBezTo>
                  <a:lnTo>
                    <a:pt x="92193" y="377808"/>
                  </a:lnTo>
                  <a:cubicBezTo>
                    <a:pt x="67742" y="377808"/>
                    <a:pt x="44292" y="368095"/>
                    <a:pt x="27003" y="350806"/>
                  </a:cubicBezTo>
                  <a:cubicBezTo>
                    <a:pt x="9713" y="333516"/>
                    <a:pt x="0" y="310067"/>
                    <a:pt x="0" y="285616"/>
                  </a:cubicBezTo>
                  <a:lnTo>
                    <a:pt x="0" y="92193"/>
                  </a:lnTo>
                  <a:cubicBezTo>
                    <a:pt x="0" y="41276"/>
                    <a:pt x="41276" y="0"/>
                    <a:pt x="921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083733" cy="45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Repetir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811095" y="11100905"/>
            <a:ext cx="440129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Guante desconectado</a:t>
            </a:r>
          </a:p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Freeform 18">
            <a:hlinkClick r:id="rId18" action="ppaction://hlinksldjump"/>
          </p:cNvPr>
          <p:cNvSpPr/>
          <p:nvPr/>
        </p:nvSpPr>
        <p:spPr>
          <a:xfrm>
            <a:off x="8884911" y="1028700"/>
            <a:ext cx="496993" cy="868111"/>
          </a:xfrm>
          <a:custGeom>
            <a:avLst/>
            <a:gdLst/>
            <a:ahLst/>
            <a:cxnLst/>
            <a:rect l="l" t="t" r="r" b="b"/>
            <a:pathLst>
              <a:path w="496993" h="868111">
                <a:moveTo>
                  <a:pt x="0" y="0"/>
                </a:moveTo>
                <a:lnTo>
                  <a:pt x="496994" y="0"/>
                </a:lnTo>
                <a:lnTo>
                  <a:pt x="496994" y="868111"/>
                </a:lnTo>
                <a:lnTo>
                  <a:pt x="0" y="86811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38" y="2505558"/>
            <a:ext cx="8320209" cy="832020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Mostrar gesto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37119" y="12623184"/>
            <a:ext cx="4114800" cy="1434491"/>
            <a:chOff x="0" y="0"/>
            <a:chExt cx="1083733" cy="3778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3733" cy="377808"/>
            </a:xfrm>
            <a:custGeom>
              <a:avLst/>
              <a:gdLst/>
              <a:ahLst/>
              <a:cxnLst/>
              <a:rect l="l" t="t" r="r" b="b"/>
              <a:pathLst>
                <a:path w="1083733" h="377808">
                  <a:moveTo>
                    <a:pt x="92193" y="0"/>
                  </a:moveTo>
                  <a:lnTo>
                    <a:pt x="991541" y="0"/>
                  </a:lnTo>
                  <a:cubicBezTo>
                    <a:pt x="1015992" y="0"/>
                    <a:pt x="1039441" y="9713"/>
                    <a:pt x="1056731" y="27003"/>
                  </a:cubicBezTo>
                  <a:cubicBezTo>
                    <a:pt x="1074020" y="44292"/>
                    <a:pt x="1083733" y="67742"/>
                    <a:pt x="1083733" y="92193"/>
                  </a:cubicBezTo>
                  <a:lnTo>
                    <a:pt x="1083733" y="285616"/>
                  </a:lnTo>
                  <a:cubicBezTo>
                    <a:pt x="1083733" y="336532"/>
                    <a:pt x="1042457" y="377808"/>
                    <a:pt x="991541" y="377808"/>
                  </a:cubicBezTo>
                  <a:lnTo>
                    <a:pt x="92193" y="377808"/>
                  </a:lnTo>
                  <a:cubicBezTo>
                    <a:pt x="67742" y="377808"/>
                    <a:pt x="44292" y="368095"/>
                    <a:pt x="27003" y="350806"/>
                  </a:cubicBezTo>
                  <a:cubicBezTo>
                    <a:pt x="9713" y="333516"/>
                    <a:pt x="0" y="310067"/>
                    <a:pt x="0" y="285616"/>
                  </a:cubicBezTo>
                  <a:lnTo>
                    <a:pt x="0" y="92193"/>
                  </a:lnTo>
                  <a:cubicBezTo>
                    <a:pt x="0" y="41276"/>
                    <a:pt x="41276" y="0"/>
                    <a:pt x="921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083733" cy="45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Intentar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263515" y="16342017"/>
            <a:ext cx="10550515" cy="1965033"/>
          </a:xfrm>
          <a:custGeom>
            <a:avLst/>
            <a:gdLst/>
            <a:ahLst/>
            <a:cxnLst/>
            <a:rect l="l" t="t" r="r" b="b"/>
            <a:pathLst>
              <a:path w="10550515" h="1965033">
                <a:moveTo>
                  <a:pt x="0" y="0"/>
                </a:moveTo>
                <a:lnTo>
                  <a:pt x="10550515" y="0"/>
                </a:lnTo>
                <a:lnTo>
                  <a:pt x="10550515" y="1965033"/>
                </a:lnTo>
                <a:lnTo>
                  <a:pt x="0" y="196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>
            <a:hlinkClick r:id="rId3" action="ppaction://hlinksldjump"/>
          </p:cNvPr>
          <p:cNvSpPr/>
          <p:nvPr/>
        </p:nvSpPr>
        <p:spPr>
          <a:xfrm>
            <a:off x="8884911" y="17425472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9" y="0"/>
                </a:lnTo>
                <a:lnTo>
                  <a:pt x="677019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hlinkClick r:id="rId6" action="ppaction://hlinksldjump"/>
          </p:cNvPr>
          <p:cNvSpPr/>
          <p:nvPr/>
        </p:nvSpPr>
        <p:spPr>
          <a:xfrm>
            <a:off x="735017" y="17381683"/>
            <a:ext cx="744567" cy="712076"/>
          </a:xfrm>
          <a:custGeom>
            <a:avLst/>
            <a:gdLst/>
            <a:ahLst/>
            <a:cxnLst/>
            <a:rect l="l" t="t" r="r" b="b"/>
            <a:pathLst>
              <a:path w="744567" h="712076">
                <a:moveTo>
                  <a:pt x="0" y="0"/>
                </a:moveTo>
                <a:lnTo>
                  <a:pt x="744567" y="0"/>
                </a:lnTo>
                <a:lnTo>
                  <a:pt x="744567" y="712077"/>
                </a:lnTo>
                <a:lnTo>
                  <a:pt x="0" y="7120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hlinkClick r:id="rId9" action="ppaction://hlinksldjump"/>
          </p:cNvPr>
          <p:cNvSpPr/>
          <p:nvPr/>
        </p:nvSpPr>
        <p:spPr>
          <a:xfrm>
            <a:off x="4532607" y="17145272"/>
            <a:ext cx="996370" cy="625222"/>
          </a:xfrm>
          <a:custGeom>
            <a:avLst/>
            <a:gdLst/>
            <a:ahLst/>
            <a:cxnLst/>
            <a:rect l="l" t="t" r="r" b="b"/>
            <a:pathLst>
              <a:path w="996370" h="625222">
                <a:moveTo>
                  <a:pt x="0" y="0"/>
                </a:moveTo>
                <a:lnTo>
                  <a:pt x="996370" y="0"/>
                </a:lnTo>
                <a:lnTo>
                  <a:pt x="996370" y="625222"/>
                </a:lnTo>
                <a:lnTo>
                  <a:pt x="0" y="625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>
            <a:hlinkClick r:id="rId12" action="ppaction://hlinksldjump"/>
          </p:cNvPr>
          <p:cNvSpPr/>
          <p:nvPr/>
        </p:nvSpPr>
        <p:spPr>
          <a:xfrm>
            <a:off x="2552266" y="17372158"/>
            <a:ext cx="816818" cy="748409"/>
          </a:xfrm>
          <a:custGeom>
            <a:avLst/>
            <a:gdLst/>
            <a:ahLst/>
            <a:cxnLst/>
            <a:rect l="l" t="t" r="r" b="b"/>
            <a:pathLst>
              <a:path w="816818" h="748409">
                <a:moveTo>
                  <a:pt x="0" y="0"/>
                </a:moveTo>
                <a:lnTo>
                  <a:pt x="816818" y="0"/>
                </a:lnTo>
                <a:lnTo>
                  <a:pt x="816818" y="748410"/>
                </a:lnTo>
                <a:lnTo>
                  <a:pt x="0" y="7484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hlinkClick r:id="rId15" action="ppaction://hlinksldjump"/>
          </p:cNvPr>
          <p:cNvSpPr/>
          <p:nvPr/>
        </p:nvSpPr>
        <p:spPr>
          <a:xfrm rot="-10800000">
            <a:off x="632084" y="1028700"/>
            <a:ext cx="793231" cy="793231"/>
          </a:xfrm>
          <a:custGeom>
            <a:avLst/>
            <a:gdLst/>
            <a:ahLst/>
            <a:cxnLst/>
            <a:rect l="l" t="t" r="r" b="b"/>
            <a:pathLst>
              <a:path w="793231" h="793231">
                <a:moveTo>
                  <a:pt x="0" y="0"/>
                </a:moveTo>
                <a:lnTo>
                  <a:pt x="793232" y="0"/>
                </a:lnTo>
                <a:lnTo>
                  <a:pt x="793232" y="793231"/>
                </a:lnTo>
                <a:lnTo>
                  <a:pt x="0" y="7932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11870" y="12623184"/>
            <a:ext cx="4114800" cy="1434491"/>
            <a:chOff x="0" y="0"/>
            <a:chExt cx="1083733" cy="377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3733" cy="377808"/>
            </a:xfrm>
            <a:custGeom>
              <a:avLst/>
              <a:gdLst/>
              <a:ahLst/>
              <a:cxnLst/>
              <a:rect l="l" t="t" r="r" b="b"/>
              <a:pathLst>
                <a:path w="1083733" h="377808">
                  <a:moveTo>
                    <a:pt x="92193" y="0"/>
                  </a:moveTo>
                  <a:lnTo>
                    <a:pt x="991541" y="0"/>
                  </a:lnTo>
                  <a:cubicBezTo>
                    <a:pt x="1015992" y="0"/>
                    <a:pt x="1039441" y="9713"/>
                    <a:pt x="1056731" y="27003"/>
                  </a:cubicBezTo>
                  <a:cubicBezTo>
                    <a:pt x="1074020" y="44292"/>
                    <a:pt x="1083733" y="67742"/>
                    <a:pt x="1083733" y="92193"/>
                  </a:cubicBezTo>
                  <a:lnTo>
                    <a:pt x="1083733" y="285616"/>
                  </a:lnTo>
                  <a:cubicBezTo>
                    <a:pt x="1083733" y="336532"/>
                    <a:pt x="1042457" y="377808"/>
                    <a:pt x="991541" y="377808"/>
                  </a:cubicBezTo>
                  <a:lnTo>
                    <a:pt x="92193" y="377808"/>
                  </a:lnTo>
                  <a:cubicBezTo>
                    <a:pt x="67742" y="377808"/>
                    <a:pt x="44292" y="368095"/>
                    <a:pt x="27003" y="350806"/>
                  </a:cubicBezTo>
                  <a:cubicBezTo>
                    <a:pt x="9713" y="333516"/>
                    <a:pt x="0" y="310067"/>
                    <a:pt x="0" y="285616"/>
                  </a:cubicBezTo>
                  <a:lnTo>
                    <a:pt x="0" y="92193"/>
                  </a:lnTo>
                  <a:cubicBezTo>
                    <a:pt x="0" y="41276"/>
                    <a:pt x="41276" y="0"/>
                    <a:pt x="921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083733" cy="45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Repetir</a:t>
              </a:r>
            </a:p>
          </p:txBody>
        </p:sp>
      </p:grpSp>
      <p:sp>
        <p:nvSpPr>
          <p:cNvPr id="17" name="Freeform 17">
            <a:hlinkClick r:id="rId18" action="ppaction://hlinksldjump"/>
          </p:cNvPr>
          <p:cNvSpPr/>
          <p:nvPr/>
        </p:nvSpPr>
        <p:spPr>
          <a:xfrm>
            <a:off x="8884911" y="1028700"/>
            <a:ext cx="496993" cy="868111"/>
          </a:xfrm>
          <a:custGeom>
            <a:avLst/>
            <a:gdLst/>
            <a:ahLst/>
            <a:cxnLst/>
            <a:rect l="l" t="t" r="r" b="b"/>
            <a:pathLst>
              <a:path w="496993" h="868111">
                <a:moveTo>
                  <a:pt x="0" y="0"/>
                </a:moveTo>
                <a:lnTo>
                  <a:pt x="496994" y="0"/>
                </a:lnTo>
                <a:lnTo>
                  <a:pt x="496994" y="868111"/>
                </a:lnTo>
                <a:lnTo>
                  <a:pt x="0" y="86811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167539" y="11100905"/>
            <a:ext cx="368840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Guante conectado</a:t>
            </a:r>
          </a:p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3086100" y="14482600"/>
            <a:ext cx="4114800" cy="1434491"/>
            <a:chOff x="0" y="0"/>
            <a:chExt cx="1083733" cy="377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3733" cy="377808"/>
            </a:xfrm>
            <a:custGeom>
              <a:avLst/>
              <a:gdLst/>
              <a:ahLst/>
              <a:cxnLst/>
              <a:rect l="l" t="t" r="r" b="b"/>
              <a:pathLst>
                <a:path w="1083733" h="377808">
                  <a:moveTo>
                    <a:pt x="92193" y="0"/>
                  </a:moveTo>
                  <a:lnTo>
                    <a:pt x="991541" y="0"/>
                  </a:lnTo>
                  <a:cubicBezTo>
                    <a:pt x="1015992" y="0"/>
                    <a:pt x="1039441" y="9713"/>
                    <a:pt x="1056731" y="27003"/>
                  </a:cubicBezTo>
                  <a:cubicBezTo>
                    <a:pt x="1074020" y="44292"/>
                    <a:pt x="1083733" y="67742"/>
                    <a:pt x="1083733" y="92193"/>
                  </a:cubicBezTo>
                  <a:lnTo>
                    <a:pt x="1083733" y="285616"/>
                  </a:lnTo>
                  <a:cubicBezTo>
                    <a:pt x="1083733" y="336532"/>
                    <a:pt x="1042457" y="377808"/>
                    <a:pt x="991541" y="377808"/>
                  </a:cubicBezTo>
                  <a:lnTo>
                    <a:pt x="92193" y="377808"/>
                  </a:lnTo>
                  <a:cubicBezTo>
                    <a:pt x="67742" y="377808"/>
                    <a:pt x="44292" y="368095"/>
                    <a:pt x="27003" y="350806"/>
                  </a:cubicBezTo>
                  <a:cubicBezTo>
                    <a:pt x="9713" y="333516"/>
                    <a:pt x="0" y="310067"/>
                    <a:pt x="0" y="285616"/>
                  </a:cubicBezTo>
                  <a:lnTo>
                    <a:pt x="0" y="92193"/>
                  </a:lnTo>
                  <a:cubicBezTo>
                    <a:pt x="0" y="41276"/>
                    <a:pt x="41276" y="0"/>
                    <a:pt x="921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083733" cy="45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20" action="ppaction://hlinksldjump"/>
                </a:rPr>
                <a:t>Finalizar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action="ppaction://hlinksldjump"/>
          </p:cNvPr>
          <p:cNvSpPr/>
          <p:nvPr/>
        </p:nvSpPr>
        <p:spPr>
          <a:xfrm rot="-10800000">
            <a:off x="1028700" y="1416076"/>
            <a:ext cx="793231" cy="793231"/>
          </a:xfrm>
          <a:custGeom>
            <a:avLst/>
            <a:gdLst/>
            <a:ahLst/>
            <a:cxnLst/>
            <a:rect l="l" t="t" r="r" b="b"/>
            <a:pathLst>
              <a:path w="793231" h="793231">
                <a:moveTo>
                  <a:pt x="0" y="0"/>
                </a:moveTo>
                <a:lnTo>
                  <a:pt x="793231" y="0"/>
                </a:lnTo>
                <a:lnTo>
                  <a:pt x="793231" y="793231"/>
                </a:lnTo>
                <a:lnTo>
                  <a:pt x="0" y="793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295854"/>
            <a:ext cx="8229600" cy="9128182"/>
            <a:chOff x="0" y="0"/>
            <a:chExt cx="2167467" cy="24041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7467" cy="2404130"/>
            </a:xfrm>
            <a:custGeom>
              <a:avLst/>
              <a:gdLst/>
              <a:ahLst/>
              <a:cxnLst/>
              <a:rect l="l" t="t" r="r" b="b"/>
              <a:pathLst>
                <a:path w="2167467" h="2404130">
                  <a:moveTo>
                    <a:pt x="44215" y="0"/>
                  </a:moveTo>
                  <a:lnTo>
                    <a:pt x="2123252" y="0"/>
                  </a:lnTo>
                  <a:cubicBezTo>
                    <a:pt x="2147671" y="0"/>
                    <a:pt x="2167467" y="19796"/>
                    <a:pt x="2167467" y="44215"/>
                  </a:cubicBezTo>
                  <a:lnTo>
                    <a:pt x="2167467" y="2359915"/>
                  </a:lnTo>
                  <a:cubicBezTo>
                    <a:pt x="2167467" y="2371642"/>
                    <a:pt x="2162808" y="2382888"/>
                    <a:pt x="2154517" y="2391180"/>
                  </a:cubicBezTo>
                  <a:cubicBezTo>
                    <a:pt x="2146225" y="2399472"/>
                    <a:pt x="2134978" y="2404130"/>
                    <a:pt x="2123252" y="2404130"/>
                  </a:cubicBezTo>
                  <a:lnTo>
                    <a:pt x="44215" y="2404130"/>
                  </a:lnTo>
                  <a:cubicBezTo>
                    <a:pt x="32488" y="2404130"/>
                    <a:pt x="21242" y="2399472"/>
                    <a:pt x="12950" y="2391180"/>
                  </a:cubicBezTo>
                  <a:cubicBezTo>
                    <a:pt x="4658" y="2382888"/>
                    <a:pt x="0" y="2371642"/>
                    <a:pt x="0" y="2359915"/>
                  </a:cubicBezTo>
                  <a:lnTo>
                    <a:pt x="0" y="44215"/>
                  </a:lnTo>
                  <a:cubicBezTo>
                    <a:pt x="0" y="32488"/>
                    <a:pt x="4658" y="21242"/>
                    <a:pt x="12950" y="12950"/>
                  </a:cubicBezTo>
                  <a:cubicBezTo>
                    <a:pt x="21242" y="4658"/>
                    <a:pt x="32488" y="0"/>
                    <a:pt x="44215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167467" cy="2461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Demostracion del gesto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0613" y="2911558"/>
            <a:ext cx="9772650" cy="68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hacerlo: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55576" y="14122028"/>
            <a:ext cx="8102724" cy="1548898"/>
            <a:chOff x="0" y="0"/>
            <a:chExt cx="2134051" cy="4079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4051" cy="407940"/>
            </a:xfrm>
            <a:custGeom>
              <a:avLst/>
              <a:gdLst/>
              <a:ahLst/>
              <a:cxnLst/>
              <a:rect l="l" t="t" r="r" b="b"/>
              <a:pathLst>
                <a:path w="2134051" h="407940">
                  <a:moveTo>
                    <a:pt x="45863" y="0"/>
                  </a:moveTo>
                  <a:lnTo>
                    <a:pt x="2088188" y="0"/>
                  </a:lnTo>
                  <a:cubicBezTo>
                    <a:pt x="2113517" y="0"/>
                    <a:pt x="2134051" y="20533"/>
                    <a:pt x="2134051" y="45863"/>
                  </a:cubicBezTo>
                  <a:lnTo>
                    <a:pt x="2134051" y="362078"/>
                  </a:lnTo>
                  <a:cubicBezTo>
                    <a:pt x="2134051" y="374241"/>
                    <a:pt x="2129219" y="385907"/>
                    <a:pt x="2120618" y="394508"/>
                  </a:cubicBezTo>
                  <a:cubicBezTo>
                    <a:pt x="2112017" y="403108"/>
                    <a:pt x="2100352" y="407940"/>
                    <a:pt x="2088188" y="407940"/>
                  </a:cubicBezTo>
                  <a:lnTo>
                    <a:pt x="45863" y="407940"/>
                  </a:lnTo>
                  <a:cubicBezTo>
                    <a:pt x="20533" y="407940"/>
                    <a:pt x="0" y="387407"/>
                    <a:pt x="0" y="362078"/>
                  </a:cubicBezTo>
                  <a:lnTo>
                    <a:pt x="0" y="45863"/>
                  </a:lnTo>
                  <a:cubicBezTo>
                    <a:pt x="0" y="20533"/>
                    <a:pt x="20533" y="0"/>
                    <a:pt x="45863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134051" cy="484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5" action="ppaction://hlinksldjump"/>
                </a:rPr>
                <a:t>Volver a intentar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5576" y="8720001"/>
            <a:ext cx="8229600" cy="1373327"/>
            <a:chOff x="0" y="0"/>
            <a:chExt cx="2167467" cy="361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1699"/>
            </a:xfrm>
            <a:custGeom>
              <a:avLst/>
              <a:gdLst/>
              <a:ahLst/>
              <a:cxnLst/>
              <a:rect l="l" t="t" r="r" b="b"/>
              <a:pathLst>
                <a:path w="2167467" h="361699">
                  <a:moveTo>
                    <a:pt x="44215" y="0"/>
                  </a:moveTo>
                  <a:lnTo>
                    <a:pt x="2123252" y="0"/>
                  </a:lnTo>
                  <a:cubicBezTo>
                    <a:pt x="2147671" y="0"/>
                    <a:pt x="2167467" y="19796"/>
                    <a:pt x="2167467" y="44215"/>
                  </a:cubicBezTo>
                  <a:lnTo>
                    <a:pt x="2167467" y="317484"/>
                  </a:lnTo>
                  <a:cubicBezTo>
                    <a:pt x="2167467" y="329211"/>
                    <a:pt x="2162808" y="340457"/>
                    <a:pt x="2154517" y="348749"/>
                  </a:cubicBezTo>
                  <a:cubicBezTo>
                    <a:pt x="2146225" y="357041"/>
                    <a:pt x="2134978" y="361699"/>
                    <a:pt x="2123252" y="361699"/>
                  </a:cubicBezTo>
                  <a:lnTo>
                    <a:pt x="44215" y="361699"/>
                  </a:lnTo>
                  <a:cubicBezTo>
                    <a:pt x="32488" y="361699"/>
                    <a:pt x="21242" y="357041"/>
                    <a:pt x="12950" y="348749"/>
                  </a:cubicBezTo>
                  <a:cubicBezTo>
                    <a:pt x="4658" y="340457"/>
                    <a:pt x="0" y="329211"/>
                    <a:pt x="0" y="317484"/>
                  </a:cubicBezTo>
                  <a:lnTo>
                    <a:pt x="0" y="44215"/>
                  </a:lnTo>
                  <a:cubicBezTo>
                    <a:pt x="0" y="32488"/>
                    <a:pt x="4658" y="21242"/>
                    <a:pt x="12950" y="12950"/>
                  </a:cubicBezTo>
                  <a:cubicBezTo>
                    <a:pt x="21242" y="4658"/>
                    <a:pt x="32488" y="0"/>
                    <a:pt x="44215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67467" cy="39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099286"/>
            <a:ext cx="8229600" cy="4760594"/>
            <a:chOff x="0" y="0"/>
            <a:chExt cx="2167467" cy="12538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467" cy="1253819"/>
            </a:xfrm>
            <a:custGeom>
              <a:avLst/>
              <a:gdLst/>
              <a:ahLst/>
              <a:cxnLst/>
              <a:rect l="l" t="t" r="r" b="b"/>
              <a:pathLst>
                <a:path w="2167467" h="1253819">
                  <a:moveTo>
                    <a:pt x="44215" y="0"/>
                  </a:moveTo>
                  <a:lnTo>
                    <a:pt x="2123252" y="0"/>
                  </a:lnTo>
                  <a:cubicBezTo>
                    <a:pt x="2147671" y="0"/>
                    <a:pt x="2167467" y="19796"/>
                    <a:pt x="2167467" y="44215"/>
                  </a:cubicBezTo>
                  <a:lnTo>
                    <a:pt x="2167467" y="1209604"/>
                  </a:lnTo>
                  <a:cubicBezTo>
                    <a:pt x="2167467" y="1221331"/>
                    <a:pt x="2162808" y="1232577"/>
                    <a:pt x="2154517" y="1240869"/>
                  </a:cubicBezTo>
                  <a:cubicBezTo>
                    <a:pt x="2146225" y="1249161"/>
                    <a:pt x="2134978" y="1253819"/>
                    <a:pt x="2123252" y="1253819"/>
                  </a:cubicBezTo>
                  <a:lnTo>
                    <a:pt x="44215" y="1253819"/>
                  </a:lnTo>
                  <a:cubicBezTo>
                    <a:pt x="32488" y="1253819"/>
                    <a:pt x="21242" y="1249161"/>
                    <a:pt x="12950" y="1240869"/>
                  </a:cubicBezTo>
                  <a:cubicBezTo>
                    <a:pt x="4658" y="1232577"/>
                    <a:pt x="0" y="1221331"/>
                    <a:pt x="0" y="1209604"/>
                  </a:cubicBezTo>
                  <a:lnTo>
                    <a:pt x="0" y="44215"/>
                  </a:lnTo>
                  <a:cubicBezTo>
                    <a:pt x="0" y="32488"/>
                    <a:pt x="4658" y="21242"/>
                    <a:pt x="12950" y="12950"/>
                  </a:cubicBezTo>
                  <a:cubicBezTo>
                    <a:pt x="21242" y="4658"/>
                    <a:pt x="32488" y="0"/>
                    <a:pt x="44215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67467" cy="1291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8720001"/>
            <a:ext cx="2085660" cy="1373327"/>
            <a:chOff x="0" y="0"/>
            <a:chExt cx="549310" cy="3616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9310" cy="361699"/>
            </a:xfrm>
            <a:custGeom>
              <a:avLst/>
              <a:gdLst/>
              <a:ahLst/>
              <a:cxnLst/>
              <a:rect l="l" t="t" r="r" b="b"/>
              <a:pathLst>
                <a:path w="549310" h="361699">
                  <a:moveTo>
                    <a:pt x="180850" y="0"/>
                  </a:moveTo>
                  <a:lnTo>
                    <a:pt x="368460" y="0"/>
                  </a:lnTo>
                  <a:cubicBezTo>
                    <a:pt x="468341" y="0"/>
                    <a:pt x="549310" y="80969"/>
                    <a:pt x="549310" y="180850"/>
                  </a:cubicBezTo>
                  <a:lnTo>
                    <a:pt x="549310" y="180850"/>
                  </a:lnTo>
                  <a:cubicBezTo>
                    <a:pt x="549310" y="280730"/>
                    <a:pt x="468341" y="361699"/>
                    <a:pt x="368460" y="361699"/>
                  </a:cubicBezTo>
                  <a:lnTo>
                    <a:pt x="180850" y="361699"/>
                  </a:lnTo>
                  <a:cubicBezTo>
                    <a:pt x="80969" y="361699"/>
                    <a:pt x="0" y="280730"/>
                    <a:pt x="0" y="180850"/>
                  </a:cubicBezTo>
                  <a:lnTo>
                    <a:pt x="0" y="180850"/>
                  </a:lnTo>
                  <a:cubicBezTo>
                    <a:pt x="0" y="80969"/>
                    <a:pt x="80969" y="0"/>
                    <a:pt x="18085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9310" cy="39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70547" y="12474577"/>
            <a:ext cx="5745906" cy="1548898"/>
            <a:chOff x="0" y="0"/>
            <a:chExt cx="1513325" cy="4079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25" cy="407940"/>
            </a:xfrm>
            <a:custGeom>
              <a:avLst/>
              <a:gdLst/>
              <a:ahLst/>
              <a:cxnLst/>
              <a:rect l="l" t="t" r="r" b="b"/>
              <a:pathLst>
                <a:path w="1513325" h="407940">
                  <a:moveTo>
                    <a:pt x="64674" y="0"/>
                  </a:moveTo>
                  <a:lnTo>
                    <a:pt x="1448651" y="0"/>
                  </a:lnTo>
                  <a:cubicBezTo>
                    <a:pt x="1465803" y="0"/>
                    <a:pt x="1482254" y="6814"/>
                    <a:pt x="1494382" y="18943"/>
                  </a:cubicBezTo>
                  <a:cubicBezTo>
                    <a:pt x="1506511" y="31071"/>
                    <a:pt x="1513325" y="47522"/>
                    <a:pt x="1513325" y="64674"/>
                  </a:cubicBezTo>
                  <a:lnTo>
                    <a:pt x="1513325" y="343266"/>
                  </a:lnTo>
                  <a:cubicBezTo>
                    <a:pt x="1513325" y="378985"/>
                    <a:pt x="1484369" y="407940"/>
                    <a:pt x="1448651" y="407940"/>
                  </a:cubicBezTo>
                  <a:lnTo>
                    <a:pt x="64674" y="407940"/>
                  </a:lnTo>
                  <a:cubicBezTo>
                    <a:pt x="47522" y="407940"/>
                    <a:pt x="31071" y="401126"/>
                    <a:pt x="18943" y="388998"/>
                  </a:cubicBezTo>
                  <a:cubicBezTo>
                    <a:pt x="6814" y="376869"/>
                    <a:pt x="0" y="360419"/>
                    <a:pt x="0" y="343266"/>
                  </a:cubicBezTo>
                  <a:lnTo>
                    <a:pt x="0" y="64674"/>
                  </a:lnTo>
                  <a:cubicBezTo>
                    <a:pt x="0" y="47522"/>
                    <a:pt x="6814" y="31071"/>
                    <a:pt x="18943" y="18943"/>
                  </a:cubicBezTo>
                  <a:cubicBezTo>
                    <a:pt x="31071" y="6814"/>
                    <a:pt x="47522" y="0"/>
                    <a:pt x="64674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13325" cy="446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-2557620" y="9005029"/>
            <a:ext cx="9258300" cy="68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+ 10xp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4051" y="16709526"/>
            <a:ext cx="9772650" cy="68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Tips: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7395" y="5298861"/>
            <a:ext cx="9258300" cy="1404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img de la mascota </a:t>
            </a:r>
          </a:p>
          <a:p>
            <a:pPr algn="ctr">
              <a:lnSpc>
                <a:spcPts val="5677"/>
              </a:lnSpc>
            </a:pP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 una frase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9024079"/>
            <a:ext cx="9258300" cy="68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de experiencia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4350" y="12866441"/>
            <a:ext cx="9258300" cy="68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action="ppaction://hlinksldjump"/>
              </a:rPr>
              <a:t>Terminar</a:t>
            </a:r>
          </a:p>
        </p:txBody>
      </p:sp>
      <p:sp>
        <p:nvSpPr>
          <p:cNvPr id="19" name="Freeform 19">
            <a:hlinkClick r:id="rId3" action="ppaction://hlinksldjump"/>
          </p:cNvPr>
          <p:cNvSpPr/>
          <p:nvPr/>
        </p:nvSpPr>
        <p:spPr>
          <a:xfrm rot="-10800000">
            <a:off x="1028700" y="1416076"/>
            <a:ext cx="793231" cy="793231"/>
          </a:xfrm>
          <a:custGeom>
            <a:avLst/>
            <a:gdLst/>
            <a:ahLst/>
            <a:cxnLst/>
            <a:rect l="l" t="t" r="r" b="b"/>
            <a:pathLst>
              <a:path w="793231" h="793231">
                <a:moveTo>
                  <a:pt x="0" y="0"/>
                </a:moveTo>
                <a:lnTo>
                  <a:pt x="793231" y="0"/>
                </a:lnTo>
                <a:lnTo>
                  <a:pt x="793231" y="793231"/>
                </a:lnTo>
                <a:lnTo>
                  <a:pt x="0" y="793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1758" y="16332492"/>
            <a:ext cx="10550515" cy="1965033"/>
          </a:xfrm>
          <a:custGeom>
            <a:avLst/>
            <a:gdLst/>
            <a:ahLst/>
            <a:cxnLst/>
            <a:rect l="l" t="t" r="r" b="b"/>
            <a:pathLst>
              <a:path w="10550515" h="1965033">
                <a:moveTo>
                  <a:pt x="0" y="0"/>
                </a:moveTo>
                <a:lnTo>
                  <a:pt x="10550516" y="0"/>
                </a:lnTo>
                <a:lnTo>
                  <a:pt x="10550516" y="1965033"/>
                </a:lnTo>
                <a:lnTo>
                  <a:pt x="0" y="196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hlinkClick r:id="rId3" action="ppaction://hlinksldjump"/>
          </p:cNvPr>
          <p:cNvSpPr/>
          <p:nvPr/>
        </p:nvSpPr>
        <p:spPr>
          <a:xfrm>
            <a:off x="4851209" y="17084478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9" y="0"/>
                </a:lnTo>
                <a:lnTo>
                  <a:pt x="677019" y="677019"/>
                </a:lnTo>
                <a:lnTo>
                  <a:pt x="0" y="677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hlinkClick r:id="rId6" action="ppaction://hlinksldjump"/>
          </p:cNvPr>
          <p:cNvSpPr/>
          <p:nvPr/>
        </p:nvSpPr>
        <p:spPr>
          <a:xfrm>
            <a:off x="1339808" y="17405459"/>
            <a:ext cx="744567" cy="712076"/>
          </a:xfrm>
          <a:custGeom>
            <a:avLst/>
            <a:gdLst/>
            <a:ahLst/>
            <a:cxnLst/>
            <a:rect l="l" t="t" r="r" b="b"/>
            <a:pathLst>
              <a:path w="744567" h="712076">
                <a:moveTo>
                  <a:pt x="0" y="0"/>
                </a:moveTo>
                <a:lnTo>
                  <a:pt x="744567" y="0"/>
                </a:lnTo>
                <a:lnTo>
                  <a:pt x="744567" y="712076"/>
                </a:lnTo>
                <a:lnTo>
                  <a:pt x="0" y="7120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hlinkClick r:id="rId9" action="ppaction://hlinksldjump"/>
          </p:cNvPr>
          <p:cNvSpPr/>
          <p:nvPr/>
        </p:nvSpPr>
        <p:spPr>
          <a:xfrm>
            <a:off x="8433991" y="17381327"/>
            <a:ext cx="996370" cy="625222"/>
          </a:xfrm>
          <a:custGeom>
            <a:avLst/>
            <a:gdLst/>
            <a:ahLst/>
            <a:cxnLst/>
            <a:rect l="l" t="t" r="r" b="b"/>
            <a:pathLst>
              <a:path w="996370" h="625222">
                <a:moveTo>
                  <a:pt x="0" y="0"/>
                </a:moveTo>
                <a:lnTo>
                  <a:pt x="996370" y="0"/>
                </a:lnTo>
                <a:lnTo>
                  <a:pt x="996370" y="625222"/>
                </a:lnTo>
                <a:lnTo>
                  <a:pt x="0" y="625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>
            <a:hlinkClick r:id="rId12" action="ppaction://hlinksldjump"/>
          </p:cNvPr>
          <p:cNvSpPr/>
          <p:nvPr/>
        </p:nvSpPr>
        <p:spPr>
          <a:xfrm>
            <a:off x="2903667" y="17359601"/>
            <a:ext cx="816818" cy="748409"/>
          </a:xfrm>
          <a:custGeom>
            <a:avLst/>
            <a:gdLst/>
            <a:ahLst/>
            <a:cxnLst/>
            <a:rect l="l" t="t" r="r" b="b"/>
            <a:pathLst>
              <a:path w="816818" h="748409">
                <a:moveTo>
                  <a:pt x="0" y="0"/>
                </a:moveTo>
                <a:lnTo>
                  <a:pt x="816818" y="0"/>
                </a:lnTo>
                <a:lnTo>
                  <a:pt x="816818" y="748409"/>
                </a:lnTo>
                <a:lnTo>
                  <a:pt x="0" y="74840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01071" y="2359195"/>
            <a:ext cx="9525210" cy="1276763"/>
            <a:chOff x="0" y="0"/>
            <a:chExt cx="2508697" cy="3362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08697" cy="336267"/>
            </a:xfrm>
            <a:custGeom>
              <a:avLst/>
              <a:gdLst/>
              <a:ahLst/>
              <a:cxnLst/>
              <a:rect l="l" t="t" r="r" b="b"/>
              <a:pathLst>
                <a:path w="2508697" h="336267">
                  <a:moveTo>
                    <a:pt x="34137" y="0"/>
                  </a:moveTo>
                  <a:lnTo>
                    <a:pt x="2474561" y="0"/>
                  </a:lnTo>
                  <a:cubicBezTo>
                    <a:pt x="2493414" y="0"/>
                    <a:pt x="2508697" y="15284"/>
                    <a:pt x="2508697" y="34137"/>
                  </a:cubicBezTo>
                  <a:lnTo>
                    <a:pt x="2508697" y="302130"/>
                  </a:lnTo>
                  <a:cubicBezTo>
                    <a:pt x="2508697" y="311184"/>
                    <a:pt x="2505101" y="319866"/>
                    <a:pt x="2498699" y="326268"/>
                  </a:cubicBezTo>
                  <a:cubicBezTo>
                    <a:pt x="2492297" y="332670"/>
                    <a:pt x="2483614" y="336267"/>
                    <a:pt x="2474561" y="336267"/>
                  </a:cubicBezTo>
                  <a:lnTo>
                    <a:pt x="34137" y="336267"/>
                  </a:lnTo>
                  <a:cubicBezTo>
                    <a:pt x="25083" y="336267"/>
                    <a:pt x="16400" y="332670"/>
                    <a:pt x="9998" y="326268"/>
                  </a:cubicBezTo>
                  <a:cubicBezTo>
                    <a:pt x="3597" y="319866"/>
                    <a:pt x="0" y="311184"/>
                    <a:pt x="0" y="302130"/>
                  </a:cubicBezTo>
                  <a:lnTo>
                    <a:pt x="0" y="34137"/>
                  </a:lnTo>
                  <a:cubicBezTo>
                    <a:pt x="0" y="25083"/>
                    <a:pt x="3597" y="16400"/>
                    <a:pt x="9998" y="9998"/>
                  </a:cubicBezTo>
                  <a:cubicBezTo>
                    <a:pt x="16400" y="3597"/>
                    <a:pt x="25083" y="0"/>
                    <a:pt x="34137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08697" cy="374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0895" y="4028245"/>
            <a:ext cx="9525210" cy="1276763"/>
            <a:chOff x="0" y="0"/>
            <a:chExt cx="2508697" cy="3362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08697" cy="336267"/>
            </a:xfrm>
            <a:custGeom>
              <a:avLst/>
              <a:gdLst/>
              <a:ahLst/>
              <a:cxnLst/>
              <a:rect l="l" t="t" r="r" b="b"/>
              <a:pathLst>
                <a:path w="2508697" h="336267">
                  <a:moveTo>
                    <a:pt x="34137" y="0"/>
                  </a:moveTo>
                  <a:lnTo>
                    <a:pt x="2474561" y="0"/>
                  </a:lnTo>
                  <a:cubicBezTo>
                    <a:pt x="2493414" y="0"/>
                    <a:pt x="2508697" y="15284"/>
                    <a:pt x="2508697" y="34137"/>
                  </a:cubicBezTo>
                  <a:lnTo>
                    <a:pt x="2508697" y="302130"/>
                  </a:lnTo>
                  <a:cubicBezTo>
                    <a:pt x="2508697" y="311184"/>
                    <a:pt x="2505101" y="319866"/>
                    <a:pt x="2498699" y="326268"/>
                  </a:cubicBezTo>
                  <a:cubicBezTo>
                    <a:pt x="2492297" y="332670"/>
                    <a:pt x="2483614" y="336267"/>
                    <a:pt x="2474561" y="336267"/>
                  </a:cubicBezTo>
                  <a:lnTo>
                    <a:pt x="34137" y="336267"/>
                  </a:lnTo>
                  <a:cubicBezTo>
                    <a:pt x="25083" y="336267"/>
                    <a:pt x="16400" y="332670"/>
                    <a:pt x="9998" y="326268"/>
                  </a:cubicBezTo>
                  <a:cubicBezTo>
                    <a:pt x="3597" y="319866"/>
                    <a:pt x="0" y="311184"/>
                    <a:pt x="0" y="302130"/>
                  </a:cubicBezTo>
                  <a:lnTo>
                    <a:pt x="0" y="34137"/>
                  </a:lnTo>
                  <a:cubicBezTo>
                    <a:pt x="0" y="25083"/>
                    <a:pt x="3597" y="16400"/>
                    <a:pt x="9998" y="9998"/>
                  </a:cubicBezTo>
                  <a:cubicBezTo>
                    <a:pt x="16400" y="3597"/>
                    <a:pt x="25083" y="0"/>
                    <a:pt x="34137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508697" cy="374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44236" y="8239121"/>
            <a:ext cx="5191110" cy="1003186"/>
            <a:chOff x="0" y="0"/>
            <a:chExt cx="1367206" cy="2642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67206" cy="264214"/>
            </a:xfrm>
            <a:custGeom>
              <a:avLst/>
              <a:gdLst/>
              <a:ahLst/>
              <a:cxnLst/>
              <a:rect l="l" t="t" r="r" b="b"/>
              <a:pathLst>
                <a:path w="1367206" h="264214">
                  <a:moveTo>
                    <a:pt x="62638" y="0"/>
                  </a:moveTo>
                  <a:lnTo>
                    <a:pt x="1304568" y="0"/>
                  </a:lnTo>
                  <a:cubicBezTo>
                    <a:pt x="1339162" y="0"/>
                    <a:pt x="1367206" y="28044"/>
                    <a:pt x="1367206" y="62638"/>
                  </a:cubicBezTo>
                  <a:lnTo>
                    <a:pt x="1367206" y="201576"/>
                  </a:lnTo>
                  <a:cubicBezTo>
                    <a:pt x="1367206" y="236170"/>
                    <a:pt x="1339162" y="264214"/>
                    <a:pt x="1304568" y="264214"/>
                  </a:cubicBezTo>
                  <a:lnTo>
                    <a:pt x="62638" y="264214"/>
                  </a:lnTo>
                  <a:cubicBezTo>
                    <a:pt x="28044" y="264214"/>
                    <a:pt x="0" y="236170"/>
                    <a:pt x="0" y="201576"/>
                  </a:cubicBezTo>
                  <a:lnTo>
                    <a:pt x="0" y="62638"/>
                  </a:lnTo>
                  <a:cubicBezTo>
                    <a:pt x="0" y="28044"/>
                    <a:pt x="28044" y="0"/>
                    <a:pt x="62638" y="0"/>
                  </a:cubicBezTo>
                  <a:close/>
                </a:path>
              </a:pathLst>
            </a:custGeom>
            <a:solidFill>
              <a:srgbClr val="FF7B7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67206" cy="302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0895" y="5695533"/>
            <a:ext cx="9525210" cy="1276763"/>
            <a:chOff x="0" y="0"/>
            <a:chExt cx="2508697" cy="3362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08697" cy="336267"/>
            </a:xfrm>
            <a:custGeom>
              <a:avLst/>
              <a:gdLst/>
              <a:ahLst/>
              <a:cxnLst/>
              <a:rect l="l" t="t" r="r" b="b"/>
              <a:pathLst>
                <a:path w="2508697" h="336267">
                  <a:moveTo>
                    <a:pt x="34137" y="0"/>
                  </a:moveTo>
                  <a:lnTo>
                    <a:pt x="2474561" y="0"/>
                  </a:lnTo>
                  <a:cubicBezTo>
                    <a:pt x="2493414" y="0"/>
                    <a:pt x="2508697" y="15284"/>
                    <a:pt x="2508697" y="34137"/>
                  </a:cubicBezTo>
                  <a:lnTo>
                    <a:pt x="2508697" y="302130"/>
                  </a:lnTo>
                  <a:cubicBezTo>
                    <a:pt x="2508697" y="311184"/>
                    <a:pt x="2505101" y="319866"/>
                    <a:pt x="2498699" y="326268"/>
                  </a:cubicBezTo>
                  <a:cubicBezTo>
                    <a:pt x="2492297" y="332670"/>
                    <a:pt x="2483614" y="336267"/>
                    <a:pt x="2474561" y="336267"/>
                  </a:cubicBezTo>
                  <a:lnTo>
                    <a:pt x="34137" y="336267"/>
                  </a:lnTo>
                  <a:cubicBezTo>
                    <a:pt x="25083" y="336267"/>
                    <a:pt x="16400" y="332670"/>
                    <a:pt x="9998" y="326268"/>
                  </a:cubicBezTo>
                  <a:cubicBezTo>
                    <a:pt x="3597" y="319866"/>
                    <a:pt x="0" y="311184"/>
                    <a:pt x="0" y="302130"/>
                  </a:cubicBezTo>
                  <a:lnTo>
                    <a:pt x="0" y="34137"/>
                  </a:lnTo>
                  <a:cubicBezTo>
                    <a:pt x="0" y="25083"/>
                    <a:pt x="3597" y="16400"/>
                    <a:pt x="9998" y="9998"/>
                  </a:cubicBezTo>
                  <a:cubicBezTo>
                    <a:pt x="16400" y="3597"/>
                    <a:pt x="25083" y="0"/>
                    <a:pt x="34137" y="0"/>
                  </a:cubicBezTo>
                  <a:close/>
                </a:path>
              </a:pathLst>
            </a:custGeom>
            <a:solidFill>
              <a:srgbClr val="D9DAD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508697" cy="374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386508" y="2461600"/>
            <a:ext cx="1071954" cy="1071954"/>
          </a:xfrm>
          <a:custGeom>
            <a:avLst/>
            <a:gdLst/>
            <a:ahLst/>
            <a:cxnLst/>
            <a:rect l="l" t="t" r="r" b="b"/>
            <a:pathLst>
              <a:path w="1071954" h="1071954">
                <a:moveTo>
                  <a:pt x="0" y="0"/>
                </a:moveTo>
                <a:lnTo>
                  <a:pt x="1071954" y="0"/>
                </a:lnTo>
                <a:lnTo>
                  <a:pt x="1071954" y="1071953"/>
                </a:lnTo>
                <a:lnTo>
                  <a:pt x="0" y="10719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97298" y="4223129"/>
            <a:ext cx="862804" cy="862804"/>
          </a:xfrm>
          <a:custGeom>
            <a:avLst/>
            <a:gdLst/>
            <a:ahLst/>
            <a:cxnLst/>
            <a:rect l="l" t="t" r="r" b="b"/>
            <a:pathLst>
              <a:path w="862804" h="862804">
                <a:moveTo>
                  <a:pt x="0" y="0"/>
                </a:moveTo>
                <a:lnTo>
                  <a:pt x="862804" y="0"/>
                </a:lnTo>
                <a:lnTo>
                  <a:pt x="862804" y="862804"/>
                </a:lnTo>
                <a:lnTo>
                  <a:pt x="0" y="862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20317" y="5819358"/>
            <a:ext cx="1016766" cy="1016766"/>
          </a:xfrm>
          <a:custGeom>
            <a:avLst/>
            <a:gdLst/>
            <a:ahLst/>
            <a:cxnLst/>
            <a:rect l="l" t="t" r="r" b="b"/>
            <a:pathLst>
              <a:path w="1016766" h="1016766">
                <a:moveTo>
                  <a:pt x="0" y="0"/>
                </a:moveTo>
                <a:lnTo>
                  <a:pt x="1016766" y="0"/>
                </a:lnTo>
                <a:lnTo>
                  <a:pt x="1016766" y="1016766"/>
                </a:lnTo>
                <a:lnTo>
                  <a:pt x="0" y="101676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-2821816" y="2380704"/>
            <a:ext cx="10038800" cy="57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7"/>
              </a:lnSpc>
              <a:spcBef>
                <a:spcPct val="0"/>
              </a:spcBef>
            </a:pPr>
            <a:r>
              <a:rPr lang="en-US" sz="331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@usuario22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1071" y="2960930"/>
            <a:ext cx="8085437" cy="45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2668">
                <a:solidFill>
                  <a:srgbClr val="4A4949"/>
                </a:solidFill>
                <a:latin typeface="Open Sans"/>
                <a:ea typeface="Open Sans"/>
                <a:cs typeface="Open Sans"/>
                <a:sym typeface="Open Sans"/>
              </a:rPr>
              <a:t>Handly Account - amiguito234@gmail.com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2115621" y="4083830"/>
            <a:ext cx="10038800" cy="57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7"/>
              </a:lnSpc>
              <a:spcBef>
                <a:spcPct val="0"/>
              </a:spcBef>
            </a:pPr>
            <a:r>
              <a:rPr lang="en-US" sz="331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Apariencia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1138939" y="4629830"/>
            <a:ext cx="8085437" cy="45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2668">
                <a:solidFill>
                  <a:srgbClr val="4A4949"/>
                </a:solidFill>
                <a:latin typeface="Open Sans"/>
                <a:ea typeface="Open Sans"/>
                <a:cs typeface="Open Sans"/>
                <a:sym typeface="Open Sans"/>
              </a:rPr>
              <a:t>Oscuro - Claro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-2570414" y="5752683"/>
            <a:ext cx="10038800" cy="57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7"/>
              </a:lnSpc>
              <a:spcBef>
                <a:spcPct val="0"/>
              </a:spcBef>
            </a:pPr>
            <a:r>
              <a:rPr lang="en-US" sz="331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Idioma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-350091" y="6284615"/>
            <a:ext cx="8085437" cy="45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2668">
                <a:solidFill>
                  <a:srgbClr val="4A4949"/>
                </a:solidFill>
                <a:latin typeface="Open Sans"/>
                <a:ea typeface="Open Sans"/>
                <a:cs typeface="Open Sans"/>
                <a:sym typeface="Open Sans"/>
              </a:rPr>
              <a:t>Español - Ingles - Frances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55194" y="8426707"/>
            <a:ext cx="236919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1" action="ppaction://hlinksldjump"/>
              </a:rPr>
              <a:t>Cerrar sesión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30429" y="740580"/>
            <a:ext cx="509275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Pantalla de configuracion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2734209" y="10499608"/>
            <a:ext cx="4818583" cy="4818583"/>
          </a:xfrm>
          <a:custGeom>
            <a:avLst/>
            <a:gdLst/>
            <a:ahLst/>
            <a:cxnLst/>
            <a:rect l="l" t="t" r="r" b="b"/>
            <a:pathLst>
              <a:path w="4818583" h="4818583">
                <a:moveTo>
                  <a:pt x="0" y="0"/>
                </a:moveTo>
                <a:lnTo>
                  <a:pt x="4818582" y="0"/>
                </a:lnTo>
                <a:lnTo>
                  <a:pt x="4818582" y="4818582"/>
                </a:lnTo>
                <a:lnTo>
                  <a:pt x="0" y="4818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195</Words>
  <Application>Microsoft Office PowerPoint</Application>
  <PresentationFormat>Personalizado</PresentationFormat>
  <Paragraphs>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Open Sans Bold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Agregar algo de texto</dc:title>
  <dc:creator>Canela 7w7</dc:creator>
  <cp:lastModifiedBy>Canela 7w7</cp:lastModifiedBy>
  <cp:revision>2</cp:revision>
  <dcterms:created xsi:type="dcterms:W3CDTF">2006-08-16T00:00:00Z</dcterms:created>
  <dcterms:modified xsi:type="dcterms:W3CDTF">2026-04-12T16:25:13Z</dcterms:modified>
  <dc:identifier>DAHGnhCdq8M</dc:identifier>
</cp:coreProperties>
</file>